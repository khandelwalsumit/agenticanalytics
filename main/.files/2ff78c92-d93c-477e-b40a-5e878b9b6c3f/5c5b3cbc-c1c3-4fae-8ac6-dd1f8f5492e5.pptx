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ATT Rewards &amp; Loyalty Analysis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Analyzed 16 ATT customer calls across 1 theme: Rewards &amp; Loyalty. 100% of these calls are preventable. The top issue, 'Redemption Preference Confusion' (7 calls, 43.75%), is driven by both digital findability issues and a lack of proactive communication. This theme is a quick win, indicating high impact and ease of resolution.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Impact vs. Ease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| Theme | Impact | Ease | Priority Score | Quick Win 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|---|---|---|---|---|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 Rewards &amp; Loyalty | High | High | 90 | Yes |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### Digital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Improve UI/UX for redemption preference changes to make it easier for customers to manage their reward options.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Enhance visibility and accessibility of loyalty program enrollment options within digital platforms.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Develop a clearer and more intuitive reward tracking system to allow customers to easily monitor their reward status.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### Communication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Implement proactive communication strategies to inform customers about their redemption options and how to change preferences.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Clearly communicate reward expiration dates through multiple channels to prevent misunderstandings.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03B70"/>
                </a:solidFill>
              </a:rPr>
              <a:t>Theme Deep-Dive: Rewards &amp; Loyalty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333333"/>
                </a:solidFill>
              </a:rPr>
              <a:t>Call Count: 16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Call Percentage: 3.2%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Preventability: 100%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Priority Score: 90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Quick Win: Yes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Dominant Driver: Digital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Contributing Factors: Digital Findability, Communication Proactive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### Top Issues and Drivers: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 Issue | Call Count | Percentage | Dominant Driver | Contributing Factors 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|---|---|---|---|---|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 Redemption Preference Confusion | 7 | 43.75% | Digital | Digital Findability, Communication Proactive 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 Unable to apply loyalty points to bill | 3 | 18.75% | Digital | Digital Findability 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 Loyalty program enrollment issues | 2 | 12.5% | Digital | Digital Findability 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 Misunderstanding of reward expiration | 2 | 12.5% | Communication | Communication Proactive 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| Difficulty tracking reward status | 2 | 12.5% | Digital | Digital Findability |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`json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{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  "decision": "complete",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  "confidence": 95,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  "reasoning": "Successfully merged and aggregated findings from Digital Friction Agent and Communication Agent for the 'Rewards &amp; Loyalty' theme.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… (1188 chars)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`</a:t>
            </a:r>
          </a:p>
          <a:p>
            <a:pPr algn="l"/>
            <a:r>
              <a:rPr sz="1400">
                <a:solidFill>
                  <a:srgbClr val="333333"/>
                </a:solidFill>
              </a:rPr>
              <a:t>Report generated by AgenticAnalytics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