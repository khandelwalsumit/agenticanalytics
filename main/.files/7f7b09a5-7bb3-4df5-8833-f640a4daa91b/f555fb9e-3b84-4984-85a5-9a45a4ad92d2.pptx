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Digital Friction Analysis: ATT Rewards &amp; Loyalty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Customer Call Reduction Opportunities —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Analyzed 7 key friction points in Rewards &amp; Loyalty programs — 100% are preventable.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Dominant friction drivers: Communication (3 findings), Operations (2 findings), Digital (1 finding), Policy (1 finding).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6 out of 7 findings are multi-factor issues, highlighting systemic challenges.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4 quick wins identified through improved digital transparency and proactive communication.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Welcome bonus confusion and cashback redemption issues are top call drivers.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Promotional Offer Eligibility Confusion — 12.5% of Rewards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Communication (unclear bonus terms).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 factors: Digital (lack of real-time tracking) and Operations (incorrect crediting).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95% — implement real-time tracker, clarify terms, automate crediting.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Recommendation: Implement real-time bonus progress tracker in the app, clarify bonus terms in marketing and digital channels, and automate bonus crediting with validation checks.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Cashback Redemption Friction — 10% of Rewards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Digital (confusing redemption process).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 factors: Communication (unclear instructions) and Operations (manual processing delays).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90% — redesign flow, clear instructions, automate processing.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Recommendation: Redesign the cashback redemption flow in the app/web, provide clear step-by-step instructions, and automate redemption processing to reduce delays.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Category Bonus Misunderstanding — 8% of Rewards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Communication (confusion about how category bonuses work).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 factors: Policy (complex bonus rules) and Digital (lack of in-app explanation).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85% — simplify rules, provide examples, add bonus calculator.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Recommendation: Simplify category bonus rules, provide clear examples and FAQs in the app, and implement a 'bonus calculator' feature.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Tier Downgrade Dissatisfaction — 7.5% of Rewards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Policy (unclear criteria for tier downgrades).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 factors: Communication (no proactive warning) and Digital (no in-app tier status history).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95% — clarify criteria, proactive notifications, add status history.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Recommendation: Clearly communicate tier criteria and upcoming changes, send proactive notifications before downgrades, and add tier status history to the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Points Expiration Confusion — 6% of Rewards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Communication (customers unaware of expiry dates).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 factors: Digital (no in-app expiry warnings) and Policy (short expiry windows).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90% — prominent in-app warnings, notifications, review policy.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Recommendation: Implement prominent in-app expiry warnings, send email/push notifications for expiring points, and review policy for longer expiry windows.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Missing Points Crediting — 5% of Rewards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Operations (points not credited for eligible purchases).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 factors: Digital (no 'pending points' view) and Communication (no notification on crediting).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80% — automate crediting, add 'pending points' view, send notifications.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Recommendation: Automate points crediting within a defined SLA, add a 'pending points' view in the app, and send notifications when points are credited.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External Account Linking Issues — 4% of Rewards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Digital (difficulty linking external accounts).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 factor: Communication (unclear linking instructions).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85% — streamline process, clear guides, in-app support.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Recommendation: Streamline the external account linking process in the app, provide clear visual guides, and offer in-app support for linking issues.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Impact vs Ease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Quick Wins (high impact, high ease): Promotional Offer Eligibility Confusion, Category Bonus Misunderstanding, Points Expiration Confusion, External Account Linking Issues.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Strategic Investments (high impact, low ease): Tier Downgrade Dissatisfaction, Cashback Redemption Friction.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Consider (low impact, high ease): Missing Points Crediting.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Recommended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Digital/UI: Implement real-time bonus progress tracker, redesign cashback redemption flow, add 'bonus calculator' feature, add tier status history, implement in-app expiry warnings, add 'pending points' view, streamline external account linking process.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Operations: Automate bonus crediting with validation checks, automate redemption processing, automate points crediting within a defined SLA.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Communication: Clarify bonus terms in marketing and digital channels, provide clear step-by-step instructions for cashback, simplify category bonus rules, send proactive notifications before tier downgrades, send email/push notifications for expiring points, send notifications when points are credited, provide clear visual guides for account linking.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Policy: Simplify category bonus rules, clearly communicate tier criteria and upcoming changes, review policy for longer expiry windows.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Data 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Source: customer_calls_2025.csv (500 records filtered to 16)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Filters: Product = ATT, Call Reason = Rewards &amp; Loyalty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Analysis: 4-lens parallel (Digital, Operations, Communication, Policy)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Methodology: LLM-processed fields — digital_friction, key_solution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