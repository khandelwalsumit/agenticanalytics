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focuses on 16 ATT customer calls, specifically addressing 'Rewards &amp; Loyalty' issues. The data was filtered by 'Rewards &amp; Loyalty' call reason and 'ATT' product, r...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Cashback Redemption Preference Confusion: 7 calls (43.8%). Implement clear, self-service options in-app/web to manage cashback redemption preferences (points vs. stat...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Incorrect Category Bonus Application: 3 calls (18.8%). Improve MCC mapping logic, provide transparent in-app MCC lookup/explanation tools, and display MCC for eac...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Welcome Bonus Shortfalls: 2 calls (12.5%). Implement an in-app offer tracker with progress, ensure automated and accurate bonus fulfillment, and proac...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Implement clear, self-service options in-app/web to manage cashback redemption preferences (points vs. statement credit). | Theme: Rewards &amp; Loyalty | Impact Calls: 7...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Improve MCC mapping logic, provide transparent in-app MCC lookup/explanation tools. | Theme: Rewards &amp; Loyalty | Impact Calls: 3 | Impact Percentage: 18.75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8.0 | Ease 7.2 | Priority 7.7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Digital: Provide clear, self-service option to manage cashback redemption preferences (points vs. statement credit)...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Digital: Implement a real-time merchant category code lookup tool or provide clear examples of how common merchants... (Rewards &amp; Loyalty, ~3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Implement clear, self-service redemption preference settings in-app and ensure correct cashback posting.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Improve merchant category code (MCC) mapping logic and provide customer-facing MCC lookup/explanation tools. (Rewards &amp; Loyalty, ~4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Clearly communicate default redemption preferences during onboarding and provide an easily discoverable in-...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Provide an in-app tool or FAQ explaining how merchant categories are determined and how they impact bonus e... (Rewards &amp; Loyalty, ~3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Policy: Implement a clear, self-service option in the app/web to select preferred cashback redemption method (point...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Policy: Provide transparent merchant category code (MCC) mapping in the app, allowing customers to see how transact... (Rewards &amp; Loyalty, ~3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—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8.0 | Ease 7.2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Customer's cashback was posted as points instead of statement credit. They can't find where to ch...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posted as points instead of statement credit; redemption preference unclear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Customer's cashback was posted as points instead of statement credit. They can't find where to ch...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posted as points instead of statement credit; customer can't change redemption preference. (primary) - 7 calls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