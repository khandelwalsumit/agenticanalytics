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Digital Friction Analysis: ATT Rewards &amp; Loyalty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66666"/>
                </a:solidFill>
              </a:rPr>
              <a:t>Customer Call Reduction Opportunities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This analysis focuses on 16 ATT customer calls related to Rewards &amp; Loyalty, identifying 7 distinct digital friction points. The primary issue, affecting 43.75% of these calls,...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Cashback Redemption Preference Confusion: 7 calls (43.8%). Add a prominent 'Redemption Preferences' section in the rewards dashboard.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Incorrect Category Bonus Application: 3 calls (18.8%). Implement a transaction detail view that clearly displays the merchant category code (MCC) and the associat...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Partial Welcome Bonus Receipt: 2 calls (12.5%). Introduce an 'Offer Tracker' in the rewards section, showing progress towards welcome bonuses.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Solution: Add a prominent 'Redemption Preferences' section in the rewards dashboard. | Theme: ATT_Rewards &amp; Loyalty | Impact Calls: 7 | Impact Percentage: 43.75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Solution: Introduce an 'Offer Tracker' for welcome bonuses. | Theme: ATT_Rewards &amp; Loyalty | Impact Calls: 2 | Impact Percentage: 12.5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Solution: Implement proactive tier downgrade notifications. | Theme: ATT_Rewards &amp; Loyalty | Impact Calls: 1 | Impact Percentage: 6.25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Impact vs Ease Prioritization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ATT_Rewards &amp; Loyalty: 16 calls | Impact 9.0 | Ease 7.0 | Priority 8.2</a:t>
            </a:r>
          </a:p>
        </p:txBody>
      </p:sp>
      <p:pic>
        <p:nvPicPr>
          <p:cNvPr id="4" name="Picture 3" descr="impact_eas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Recommended Actions by Dimension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Digital: Add a prominent 'Redemption Preferences' section in the rewards dashboard allowing customers to easily sele... (ATT_Rewards &amp; Loyalty, ~7 calls)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Digital: Implement a transaction detail view that clearly displays the merchant category code (MCC) and the associat... (ATT_Rewards &amp; Loyalty, ~3 calls)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ATT_Rewards &amp; Loyalty — Detailed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ATT_Rewards &amp; Loyalty: 16 calls | Impact 9.0 | Ease 7.0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Customer's cashback was posted as points instead of statement credit. They can't find where to ch... (primary) - 7 calls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Customer used their card at a gas station but didn't get the 5x gas category bonus. The merchant... (secondary) - 3 calls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Customer signed up for a 60,000 point welcome bonus offer but only received 40,000 after meeting... (secondary) - 2 calls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Customer was downgraded from Platinum to Gold tier without any warning or notification. Lost acce... (secondary) - 1 calls</a:t>
            </a:r>
          </a:p>
        </p:txBody>
      </p:sp>
      <p:pic>
        <p:nvPicPr>
          <p:cNvPr id="4" name="Picture 3" descr="frictio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2194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