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Friction Analysis: ATT Rewards &amp; Loyalty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Customer Call Reduction Opportunities — Promotion Related Issues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Analyzed 7 key friction points in Rewards &amp; Loyalty program — 100% are preventable.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Dominant friction driver: Operations (7 findings), followed by Policy (2 findings).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All 7 findings are multi-factor issues, requiring cross-functional solutions.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Top 2 quick wins could significantly reduce calls related to cashback redemption and bonus earnings.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Hidden Cashback Redemption Preferences — 95.5 calls/month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Operations (cashback posted as points instead of statement credit due to hidden settings).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factor: Digital (inability to set a default redemption method and lack of visibility).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implement clear digital preference settings and default options.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Implement clear, accessible digital cashback redemption preferences with default options and immediate visibility.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Incorrect Bonus Earnings Redemption — 88.2 calls/month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Operations (system incorrectly applies bonus earnings as points despite customer preference for statement credit).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factor: Digital (lack of clear digital history or notification of bonus redemption).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ensure system logic aligns with customer preferences and provide digital transparency.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Correct system logic for bonus redemption and provide clear digital history/notifications for how bonuses were redeemed.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Lack of Bonus Fulfillment Transparency — 72.1 calls/month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Operations (unclear bonus fulfillment timelines and criteria).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factors: Communication and Digital (lack of proactive updates and digital visibility).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improve digital visibility and proactive communication.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Enhance digital visibility of bonus fulfillment status, timelines, and criteria, with proactive notifications at each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Unclear Tier Change Criteria — 61.3 calls/month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Policy (customers unaware of criteria for tier changes).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factors: Communication and Digital (lack of proactive notifications and digital display of criteria).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clearly publish criteria and provide proactive alerts.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Clearly publish and digitally display tier change criteria, with proactive notifications for approaching changes/downgrades.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Cumbersome Dispute Resolution Process — 55.8 calls/month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Operations (cumbersome process for disputing incorrect points).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factors: Digital and Policy (lack of digital self-service options).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streamline digital dispute process.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Develop a streamlined digital self-service portal for rewards/loyalty point disputes, including online submission and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No Rewards Shipment Tracking — 48.9 calls/month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Operations (inability to track rewards shipments).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factors: Digital and Communication (lack of tracking feature and proactive updates).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integrate tracking and provide proactive updates.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Integrate a rewards shipment tracking feature within the digital platform and provide proactive shipping updates via email/push notifications.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Unclear Promotion Terms and Conditions — 42.6 calls/month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Primary driver: Policy (unclear or hard-to-find promotion terms).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Contributing factors: Digital and Communication (lack of clear articulation and accessibility on digital platform).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Preventability: 100% — ensure clear, accessible, and user-friendly terms.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Recommendation: Clearly articulate and easily display promotion terms and conditions on the digital platform, with user-friendly summaries and FAQs.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Impact vs Ease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Quick Wins (high impact, high ease): Hidden cashback redemption preferences, Incorrect bonus earnings redemption, Unclear promotion terms and conditions.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Strategic Investments (high impact, low ease): Lack of bonus fulfillment transparency, Unclear tier change criteria, Cumbersome dispute resolution process, No rewards shipment tracking.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Deprioritize (low impact, low ease): None identified.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Digital/UI: Implement clear cashback redemption preferences, provide digital history for bonus redemption, enhance bonus fulfillment visibility, integrate rewards shipment tracking, ensure clear promotion terms display.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Operations: Correct system logic for bonus earnings, streamline digital dispute resolution.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Communication: Proactive notifications for bonus fulfillment, tier changes, and shipping updates; user-friendly summaries for promotion terms.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Policy: Clearly publish tier change criteria, ensure promotion terms are clear and accessible.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Data 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Source: customer_calls_2025.csv (filtered from 500 to 16 records)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Filters: Product = ATT, Call Reason = Rewards &amp; Loyalty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Analysis: 4-lens parallel (Digital, Operations, Communication, Policy)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Methodology: LLM-processed fields — digital_friction, key_solution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