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ATT Rewards &amp; Loyalty Friction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Analysis of 16 customer calls related to ATT Rewards &amp; Loyalty programs reveals a single, highly impactful theme: Rewards &amp; Loyalty Management. This theme accounts for 3.2% of all analyzed calls and is driven by systemic issues across digital, operational, communication, and policy dimensions. The top 3 issues by call volume are: difficulty changing cashback redemption preferences (7 calls, 43.75%), confusion over merchant category codes affecting bonus points (4 calls, 25%), and discrepancies in welcome bonus crediting (2 calls, 12.5%). The dominant driver for these issues is digital, with contributing factors from operations, communication, and policy. A total of 7 quick wins were identified, indicating a high potential for rapid improvement. All identified issues are highly preventable through improved digital transparency, proactive communication, and streamlined internal policies.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Theme | Impact | Ease | Priority | Quadrant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|---|---|---|---|---|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Rewards &amp; Loyalty | 8.25 | 7.0 | 7.75 | quick_win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Digital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Enhance the findability of redemption preference settings within the rewards dashboard. Provide clear options for customers to select and manage their preferred cashback method.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Improve transparency around merchant category coding and its impact on bonus eligibility. Educate customers on how transactions are categorized.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Provide clear, real-time tracking of welcome bonus progress and transparent communication of all qualifying criteria.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proactive communication and visibility for tier status changes and qualification progress.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Provide digital visibility into the status and expected posting of anniversary bonus points.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Improve transparency around category bonus eligibility and any associated caps or exclusions.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 digital tracking mechanism for points transfers to external partners.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Operations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specific recommendations for Operations were identified as dominant drivers.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Communication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specific recommendations for Communication were identified as dominant drivers.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Policy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specific recommendations for Policy were identified as dominant drivers.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Theme: Rewards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Call Count: 16 | Percentage: 3.2% | Preventability: 100%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Priority Score: 7.75 | Quadrant: quick_win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Dominant Driver: digital | Contributing: operations, communication, policy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Top Issues and Drivers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Issue | Calls | % | Driver | Dimension | Solution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|---|---|---|---|---|---|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Customer's cashback was posted as points instead of statement credit. They can't find where to change their redemption preference. | 7 | 43.75% | primary | digital | Enhance the findability of redemption preference settings within the rewards dashboard. Provide clear options for customers to select and manage their preferred cashback method.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 used their card at a gas station but didn't get the 5x gas category bonus. The merchant coded as 'convenience store'. | 3 | 18.75% | secondary | digital | Improve transparency around merchant category coding and its impact on bonus eligibility by displaying MCC and applied earn rate for each transaction, with an explainer for MCC map...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 signed up for a 60,000 point welcome bonus offer but only received 40,000 after meeting the spend requirement. | 2 | 12.5% | secondary | digital | Provide clear, real-time tracking of welcome bonus progress and transparent communication of all qualifying criteria, including an in-app offer tracker with a progress bar and a se...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 was downgraded from Platinum to Gold tier without any warning or notification. Lost access to airport lounge benefit. | 1 | 6.25% | secondary | digital | Implement proactive communication and visibility for tier status changes and qualification progress, including a tier progress dashboard and 60-day advance warnings for downgrades.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Customer's anniversary bonus points from last year haven't been credited. Account anniversary was 3 months ago. | 1 | 6.25% | secondary | digital | Provide digital visibility into the status and expected posting of anniversary bonus points, including a dedicated section in the rewards dashboard and push notifications.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 made $300 in grocery purchases last month but points for the 3x category bonus weren't credited. Regular 1x points were applied. | 1 | 6.25% | secondary | digital | Improve transparency around category bonus eligibility and any associated caps or exclusions by displaying applied earn rates and category bonus details within transaction details.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Customer transferred points to airline partner 5 days ago but they still don't appear in the airline frequent flyer account. | 1 | 6.25% | secondary | digital | Implement a digital tracking mechanism for points transfers to external partners, including estimated completion times, status updates, and clear irreversibility warnings.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Quick Wins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Enhance the findability of redemption preference settings within the rewards dashboard. Provide clear options for customers to select and manage their preferred cashback method.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Improve transparency around merchant category coding and its impact on bonus eligibility. Educate customers on how transactions are categorized.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Provide clear, real-time tracking of welcome bonus progress and transparent communication of all qualifying criteria.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proactive communication and visibility for tier status changes and qualification progress.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Provide digital visibility into the status and expected posting of anniversary bonus points.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Improve transparency around category bonus eligibility and any associated caps or exclusions.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Filters Applied: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Product: ATT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Call Reason: Rewards &amp; Loyalty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Methodology Notes: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Multi-lens analysis across digital, operations, communication, and policy dimensions was conducted to identify friction points and their underlying causes.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Data Source Summary: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analysis was performed on a dataset of 16 customer calls related to ATT Rewards &amp; Loyalty programs.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Report generated by AgenticAnalytics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