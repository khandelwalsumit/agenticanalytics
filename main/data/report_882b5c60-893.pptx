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 Rewards &amp; Loyalty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 —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Analyzed 5 key friction points in ATT Rewards &amp; Loyalty programs.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Overall preventability is 100% across all identified issues.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Dominant friction driver: Digital (4 out of 5 findings), followed by Communication (1 out of 5 findings).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All 5 findings are multi-factor issues, highlighting complex interdependencies.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Improving cashback redemption is a quick win, while bonus tracking and tier communication are strategic investments.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Cashback Redemption Confusion — 43.75%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Digital (deeply nested preference setting, no 'Set as default' option).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Contributing: Communication (lack of clear guidance/tutorials).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streamline preference setting, add auto-redemption, provide in-app tutorials.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Recommended: Streamline redemption preference setting to a top-level rewards setting, add a 'Set as default' option, and allow auto-redemption rules. Provide in-app tutorials and proactive messages to guide users on managing preferences.</a:t>
            </a:r>
          </a:p>
        </p:txBody>
      </p:sp>
      <p:pic>
        <p:nvPicPr>
          <p:cNvPr id="4" name="Picture 3" descr="multi_len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44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Welcome Bonus Tracking Anxiety — 12.5%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Digital (no real-time tracker, updates only per statement cycle).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Contributing: Communication (bonus terms in fine print, hard to read on mobile).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implement real-time tracker, clear terms, push notifications.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Recommended: Implement a real-time welcome bonus spend tracker with a progress bar and days remaining. Clearly list qualifying/non-qualifying purchases. Send push notifications for progress updates and present bonus terms in a clear, mobile-friendly format.</a:t>
            </a:r>
          </a:p>
        </p:txBody>
      </p:sp>
      <p:pic>
        <p:nvPicPr>
          <p:cNvPr id="4" name="Picture 3" descr="multi_len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440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Merchant Category Code Confusion — 18.75%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Digital (invisible MCCs, no mechanism to report incorrect coding).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Contributing: Communication (unclearly explained category bonus exclusions).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display MCCs, allow flagging, clear exclusions.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Recommended: Display MCC and assigned category for each transaction, allow customers to flag incorrect categorization, and clearly list category bonus exclusions with examples. Add in-app explainers for MCCs and their impact.</a:t>
            </a:r>
          </a:p>
        </p:txBody>
      </p:sp>
      <p:pic>
        <p:nvPicPr>
          <p:cNvPr id="4" name="Picture 3" descr="multi_len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44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Unexpected Tier Downgrades — 6.25%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Communication (no proactive notification before downgrade).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Contributing: Digital (mobile-unoptimized page, no progress bar for next tier).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update mobile page, implement advance notifications.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Recommended: Update the tier status page for mobile with a clear progress bar. Implement 90-day and 30-day advance notification system (email/push) for tier downgrades, clearly stating current/new status and affected benefits.</a:t>
            </a:r>
          </a:p>
        </p:txBody>
      </p:sp>
      <p:pic>
        <p:nvPicPr>
          <p:cNvPr id="4" name="Picture 3" descr="multi_len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440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Lack of Real-time Bonus Tracking — 6.25%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Digital (no real-time visibility into category bonus tracking/earn rates).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Contributing: Communication (no in-app tips on maximizing rewards).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show merchant earning rate preview, bonus category progress.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Recommended: Show merchant earning rate preview on each transaction, display bonus category progress on the main rewards dashboard, and add a real-time earn rate indicator on transaction detail screens with a qualifying merchant badge. Provide in-app tips on maximizing rewards.</a:t>
            </a:r>
          </a:p>
        </p:txBody>
      </p:sp>
      <p:pic>
        <p:nvPicPr>
          <p:cNvPr id="4" name="Picture 3" descr="multi_len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440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Quick Wins (do first): Streamline cashback redemption preference setting (Impact: 0.85, Ease: 0.9).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Strategic Investments: Implement real-time welcome bonus tracker (Impact: 0.8, Ease: 0.767), update tier status page with notifications (Impact: 0.805, Ease: 0.75), display MCCs and category bonus progress (Impact: 0.75, Ease: 0.7), show merchant earning rate preview (Impact: 0.7, Ease: 0.75).</a:t>
            </a:r>
          </a:p>
        </p:txBody>
      </p:sp>
      <p:pic>
        <p:nvPicPr>
          <p:cNvPr id="4" name="Picture 3" descr="impact_vs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331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Digital/UI: Streamline cashback redemption preference setting, implement real-time welcome bonus spend tracker, update tier status page for mobile, display MCC and assigned category for each transaction, show merchant earning rate preview.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Provide in-app tutorials and proactive messages for redemption, send push notifications for bonus progress, implement 90-day and 30-day advance notification for tier downgrades, clearly list category bonus exclusions with examples, provide in-app tips on maximizing rewards.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Data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Source: Filtered data for Product = ATT, Call Reason = Rewards &amp; Loyalty.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Analysis: Focused on Digital and Communication friction dimensions.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Methodology: Multi-dimensional friction analysis, identifying dominant drivers and contributing factors.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Total findings analyzed: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