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Friction Analysis: ATT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Customer Call Reduction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This analysis focuses on 4 ATT customer calls, specifically addressing 'Rewards Redemption' within the 'Rewards &amp; Loyalty' theme. All identified friction points were preventable...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Welcome Bonus Tracker &amp; Terms Clarity: 1 calls (25.0%). Implement a real-time welcome bonus spend tracker on the rewards dashboard with a progress bar and clearly...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Anniversary Bonus Crediting Delays &amp; Visibility: 1 calls (25.0%). Establish a clear SLA for anniversary bonus crediting, automate tracking and notifications, and prominently...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Cashback Redemption Preference Confusion: 1 calls (25.0%). Simplify the redemption preference setting by moving it to a top-level rewards section, adding a 'Set as de...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Simplify cashback redemption preference settings and add default options. | Theme: Rewards &amp; Loyalty | Impact Calls: 1 | Impact Percentage: 25.0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Display anniversary bonus posting timelines and account anniversary dates, with proactive notifications. | Theme: Rewards &amp; Loyalty | Impact Calls: 1 | Impact Percenta...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Impact vs Ease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Loyalty: 4 calls | Impact 7.5 | Ease 7.0 | Priority 7.4</a:t>
            </a:r>
          </a:p>
        </p:txBody>
      </p:sp>
      <p:pic>
        <p:nvPicPr>
          <p:cNvPr id="4" name="Picture 3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 by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Digital: Move redemption preference to top-level rewards settings (1 tap from dashboard). Add 'Set as default' optio... (Rewards &amp; Loyalty, ~1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Digital: Display anniversary bonus posting timeline and account anniversary date prominently in rewards section. Sen... (Rewards &amp; Loyalty, ~1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Operations: Implement a clear SLA for anniversary bonus crediting (e.g., 30 days post-anniversary) and automate trackin... (Rewards &amp; Loyalty, ~1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Operations: Automate real-time bonus calculation and crediting based on spend, ensuring accurate application of terms. (Rewards &amp; Loyalty, ~1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Send push notification when anniversary bonus is credited or if there's a delay. (Rewards &amp; Loyalty, ~1 calls)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— 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Loyalty: 4 calls | Impact 7.5 | Ease 7.2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Cashback redemption preference setting is hidden and lacks default option (primary) - 1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Anniversary bonus posting timeline and account anniversary date are not visible in the app (primary) - 1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Merchant category code (MCC) and bonus exclusions are not transparent for category bonuses (primary) - 1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Welcome bonus tracker is not real-time and terms are hard to read on mobile (primary) - 1 calls</a:t>
            </a:r>
          </a:p>
        </p:txBody>
      </p:sp>
      <p:pic>
        <p:nvPicPr>
          <p:cNvPr id="4" name="Picture 3" descr="fri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