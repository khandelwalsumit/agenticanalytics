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ATT ['Rewards &amp; Loyalty', 'Products &amp; Offers'] Friction Analysis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Analysis of 16 ATT customer calls related to promotion and loyalty issues reveals a single dominant theme: Rewards &amp; Loyalty. All identified friction points are driven by digital experience gaps, primarily concerning redemption preferences, bonus eligibility visibility, and lack of in-app tracking. The top issue, affecting 7 calls, is customers being unable to change cashback redemption preferences.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Total calls analyzed: 16 calls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Total themes: 1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Overall preventability: 90.0%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Quick wins identified: 1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| Theme | Impact | Ease | Priority | Quadrant |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|---|---:|---:|---:|---|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| Rewards &amp; Loyalty | 9.0 | 7.0 | 8.2 | quick_win |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### Digital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Add a clear, easily discoverable 'Redemption Preferences' section in the rewards dashboard allowing customers to select cashback vs. points and manage default redemption options.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Implement a transaction detail view that shows the merchant category code (MCC) and how it maps to bonus categories, with an in-app explainer for common MCC discrepancies.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Introduce an in-app offer tracker with a progress bar and a clear breakdown of qualifying criteria and earned bonus, including a 'Why didn't I get full bonus?' diagnostic.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Implement a 60-day advance notification system for tier downgrades via push notification and email, clearly outlining lost benefits and re-qualification criteria.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Add a 'Pending/Expected Bonuses' section in the rewards dashboard, showing upcoming anniversary bonuses and their estimated posting dates.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Display the exact earn rate applied to each transaction in the transaction history, with a tooltip explaining category bonus rules and any applicable caps.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Implement an in-app 'Point Transfer Tracker' showing the status and estimated completion time for transfers to partner programs.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### Operations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No explicit recommendations.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### Communication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No explicit recommendations.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### Policy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No explicit recommendations.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Theme: Rewards &amp; Loyalty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Call count: 16 calls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Percentage: 3.2%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Dominant driver: digital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Priority quadrant: quick_win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Data 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Filters applied: {"call_reason": ["Rewards &amp; Loyalty", "Products &amp; Offers"], "product": "ATT"}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Methodology: Multi-lens analysis across digital, operations, communication, and policy dimensions.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Report generated by AgenticAnalytics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