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28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1503-68C7-0E44-3CD3-BE6332F00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C3482-AB37-E078-98A6-D3859FD56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8CB07-64FF-2742-8EEE-66BD9FBD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E9E61-967F-970C-CA8E-68DEF695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D110-DF42-DCCB-EAEF-31A83AD97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52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25EE-D304-F15E-3D33-F01372FE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8251B-0AB4-A784-7692-3E4D784F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1BA2D-712C-AE71-095D-D8EF2CF1D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754E-0703-82DA-7D82-E86A90E64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7C893-4916-4855-0CA4-E17499DD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25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2AED-69B7-1D8B-81E3-085BE6F5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E4A8A-B24A-AC7B-AF01-6FE5C6662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1DFC3-78E7-A455-929C-01D769025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050EE-AF01-DD32-E5C7-8BDF078F2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FEB4B-2154-7485-FF79-2BB3E23B1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03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F2AF-B3CA-79CD-8615-7D2401B8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A71ED-3CE1-70CA-192D-740AC7A5F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1731D-2093-0C7A-7766-3999F0C02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EF5C8-09DD-78D9-EEF3-693145AE8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B76D7-AEDD-89C2-520C-A0B5C5BF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63A12-EBAA-A375-5469-FF1E2D44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29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948C5-6842-1A02-006B-4AA342C9F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C26D1-662D-CFFD-C867-D280057F7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269B0-D53B-678B-DD64-C4A761662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3D3A2-39EA-42FB-D101-6E1E786F4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8B837-E16C-603D-EC34-7B348BF42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340C59-0FFC-263F-3BEC-D57541B5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A720A-B468-FC9E-CBF0-3BA811CAB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0B7B0-331C-002A-FBFD-EEE6E00C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940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1C485-CF3A-F1A2-1F38-93B58B4C2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D56FE-9B5B-4F03-80FA-B4A0D579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7D7195-B320-C698-3186-43C5BD42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E7888-9669-8160-ED0F-68323A85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00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4D49CD-E4A5-1907-34C5-58D33165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142EA-C1E0-6798-EA14-D328C82F4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98741-1506-BE6D-FD5B-2D524800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97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BED6-16C7-7EFD-71B9-B60E65552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A728-C235-1D2D-15EC-BF6D20292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E7328-3964-84EB-0E1E-C24F0D4F4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756B0-CB9F-C130-C6FF-A4E4C84C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44A48-5370-8265-D1B7-B0248B17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1221A-6160-0026-9890-4272D31E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98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5730-F917-C7BD-81F7-149F4541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32FAD-C640-06C8-351F-C603F3DF67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0E2A4-87A0-2771-CE2E-84A0335A0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2D2A7-C76F-6EF7-16A1-4450B6BEE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F2540-E7C0-FCE7-390A-1CD1C9D8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86318-9D96-A837-DEE4-C93FBDBB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3382-3E8B-5CDF-13A6-090720C7A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568DA-9820-F49A-EC1B-6DD8FDBFF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0B055-1EDA-51B1-0646-DAD98D71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AD682-79F8-F488-1D1F-77B67414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11FD0-5D33-89C8-8AB3-55C2B76D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48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C92FA-CC3C-1521-35E9-75EDC0653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A93E1-B878-BE63-1355-FC9E4172B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660E3-4002-E3F8-C7D5-9DC69E05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09DFD-FA9D-FC88-E58B-A6DD9E8A2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9C075-E1A1-3472-D288-E4DC4B4D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5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A16EB-7F9C-A1BE-2A70-4B16D9C94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FE047-430A-DC33-3AA8-7C5B83043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40CB6-9E4A-B916-4498-DE16995FF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0E8E2-30C0-4E91-BBA4-08D6F20EE95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AE3F4-9988-DDA8-DA4F-1A0F96730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BDB6B-628F-E24E-7CAE-BC8EBF847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18B93-56BC-41F6-A08E-7CD6D4A9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08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16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Sumit Khandelwal</dc:creator>
  <cp:lastModifiedBy>Sumit Khandelwal</cp:lastModifiedBy>
  <cp:revision>1</cp:revision>
  <dcterms:created xsi:type="dcterms:W3CDTF">2026-03-16T09:08:00Z</dcterms:created>
  <dcterms:modified xsi:type="dcterms:W3CDTF">2026-03-16T09:08:37Z</dcterms:modified>
</cp:coreProperties>
</file>