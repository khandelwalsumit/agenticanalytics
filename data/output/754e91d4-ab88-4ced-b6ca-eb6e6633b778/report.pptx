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5 Quick Wins Can Eliminate 14 Rewards &amp; Loyalty Calls — 87.5% of Total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Analysis of 16 ATT customer calls for Rewards &amp; Loyalty reveals critical areas for immediate improvement.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Quick Wins: Start Monday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Rewards &amp; Loyalty — resolves ~4 calls | Fast because Leverages existing digital channels for immediate transparency.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Rewards &amp; Loyalty — resolves ~3 calls | Fast because Integrates with current app features, providing instant clarity.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Rewards &amp; Loyalty — resolves ~3 calls | Fast because Adds data points to existing dashboards, improving self-service.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Key Pain Points — 3 Issues Driving 62.5% of Rewards &amp; Loyalty Call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Pain Point 1: Partner Transfer Status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4 calls | 25.0% of total volume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Customers are unable to track the status or expected timeline of their points transferred to partners, leading to calls for updates and clarification.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partner transfer status tracker in the mobile app and web portal, with proactive notifications.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Digital/UX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Pain Point 2: Missing Promotional Points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3 calls | 18.75% of total volume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Customers are not receiving promotional points as expected, often due to unclear terms, poor eligibility communication, or absent crediting notifications.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Develop an in-app promotional offer tracker with clear eligibility criteria, progress bars, and push notifications.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Digital/UX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Pain Point 3: Lack of Pending Points Visibility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3 calls | 18.75% of total volume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Points are not credited as expected, and customers lack visibility into pending points or per-transaction earn rates, forcing them to call for clarification.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Display pending points and per-transaction earn rates in the rewards dashboard and transaction history, with notifications upon crediting.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Digital/UX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Impact vs. Ease Analysis — Full Theme Prioritization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828800"/>
          <a:ext cx="64008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 (call count)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Issue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Owning Team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Ease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Rewards &amp; Loyalty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Lack of visibility and communication regarding partner transfer status and timelines.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Implement a real-time partner transfer status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389120" cy="2899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Recommended Actions by Owning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Digital / UX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4 calls by providing immediate transparency on transfer status and timelines in the mobile app and web portal.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3 calls by showing clear eligibility criteria, progress bars, and push notifications for promotional points.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3 calls by showing pending points and per-transaction earn rates in the rewards dashboard and transaction history, with notifications upon crediting.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3 calls by updating UI on redemption screens and dashboards to prevent failed attempts.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2 calls by showing merchant category codes, bonus caps, and progress within the app.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Addresses Rewards &amp; Loyalty — eliminates 1 call by automating notifications and providing a real-time tier qualification progress tracker.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Rewards &amp; Loyalty </a:t>
            </a:r>
          </a:p>
          <a:p>
            <a:r>
              <a:rPr sz="2800" b="1">
                <a:solidFill>
                  <a:srgbClr val="003B70"/>
                </a:solidFill>
                <a:latin typeface="Calibri"/>
              </a:rPr>
              <a:t>— 16 calls (100.0%)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006BA6"/>
                </a:solidFill>
                <a:latin typeface="Calibri"/>
              </a:rPr>
              <a:t>Priority: 7.3 | Impact: 7.5 | Ease: 7.0 | Volume: 16 calls (100.0%)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Customers calling about Rewards &amp; Loyalty are primarily frustrated by a lack of digital visibility into their points, promotional offers, and partner transfers. This digital friction forces avoidable calls, directly impacting operational efficiency and customer satisfaction by creating uncertainty and a perceived lack of control over their loyalty benefits.</a:t>
            </a:r>
          </a:p>
        </p:txBody>
      </p:sp>
      <p:pic>
        <p:nvPicPr>
          <p:cNvPr id="4" name="Picture Placeholder 3" descr="friction_distribution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36834" r="36834"/>
          <a:stretch>
            <a:fillRect/>
          </a:stretch>
        </p:blipFill>
        <p:spPr/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57600"/>
          <a:ext cx="6858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Call Count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of Theme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Recommended Solution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Lack of visibility and communication regarding partner transfer status and timelines.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Implement a real-time partner transfer status tracker in the mobile app and web portal, with proactive notifications.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Missing promotional points due to lack of offer tracking, clear eligibility, and proactive communication.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18.75%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Develop an in-app promotional offer tracker with clear eligibility criteria, progress bars, and push notifications.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Points not credited as expected, with insufficient visibility into pending points or posting timelines.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Display pending points and per-transaction earn rates in the rewards dashboard and transaction history, with notifications upon crediting.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Unawareness of minimum redemption thresholds leading to failed attempts.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18.75%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Clearly display minimum redemption thresholds on the redemption options screen and rewards dashboard.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Category bonuses not applied as expected, lacking transparency on rules, mapping, and caps.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Provide transparency on category bonus application, including merchant category codes and bonus caps with progress.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Surprise tier downgrades due to insufficient warning and lack of qualification progress visibility.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Implement proactive in-app notifications for upcoming tier changes and a real-time tier qualification progress tracker.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