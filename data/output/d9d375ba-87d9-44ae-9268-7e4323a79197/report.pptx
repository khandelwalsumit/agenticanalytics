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1" r:id="rId4"/>
  </p:sldMasterIdLst>
  <p:notesMasterIdLst>
    <p:notesMasterId r:id="rId6"/>
  </p:notesMasterIdLst>
  <p:handoutMasterIdLst>
    <p:handoutMasterId r:id="rId7"/>
  </p:handoutMasterIdLst>
  <p:sldIdLst>
    <p:sldId id="1519" r:id="rId5"/>
    <p:sldId id="1520" r:id="rId13"/>
    <p:sldId id="1521" r:id="rId14"/>
    <p:sldId id="1522" r:id="rId15"/>
    <p:sldId id="1523" r:id="rId16"/>
    <p:sldId id="1524" r:id="rId17"/>
    <p:sldId id="1525" r:id="rId18"/>
  </p:sldIdLst>
  <p:sldSz cx="12188952"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2471F2E-E011-F521-299E-65FC243E7E5E}" name="David Salaguinto" initials="DS" userId="S::davidsa@microsoft.com::9399e6ad-b974-43d0-b593-8c2804f84e0d" providerId="AD"/>
  <p188:author id="{DC3CAF61-3D39-8A1C-6AB6-F5CBCFCBEA47}" name="Vanessa Buzgheia (ALLEGIS GROUP HOLDINGS INC)" initials="" userId="S::v-vabuzgheia@microsoft.com::f3934b54-4599-40d0-96a8-d6208686f730" providerId="AD"/>
  <p188:author id="{9941987A-41B7-49AC-EE6E-03F2D0BD95BA}" name="Daria Naidenov" initials="DN" userId="S::danaidenov@microsoft.com::ab38ab5f-bdf0-4774-ae5a-d2782abb202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B301B821-A1FF-4177-AEE7-76D212191A0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68"/>
    <p:restoredTop sz="94715"/>
  </p:normalViewPr>
  <p:slideViewPr>
    <p:cSldViewPr snapToGrid="0">
      <p:cViewPr varScale="1">
        <p:scale>
          <a:sx n="129" d="100"/>
          <a:sy n="129" d="100"/>
        </p:scale>
        <p:origin x="586" y="65"/>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notesMaster" Target="notesMasters/notesMaster1.xml"/><Relationship Id="rId7" Type="http://schemas.openxmlformats.org/officeDocument/2006/relationships/handoutMaster" Target="handoutMasters/handout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microsoft.com/office/2018/10/relationships/authors" Target="authors.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2/26/2026</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2/26/2026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e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5133810"/>
            <a:ext cx="11460480" cy="786384"/>
          </a:xfrm>
        </p:spPr>
        <p:txBody>
          <a:bodyPr anchor="b">
            <a:normAutofit/>
          </a:bodyPr>
          <a:lstStyle>
            <a:lvl1pPr algn="l">
              <a:defRPr sz="500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5888407"/>
            <a:ext cx="11460480" cy="480373"/>
          </a:xfrm>
        </p:spPr>
        <p:txBody>
          <a:bodyPr anchor="t">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5" name="Slide Number Placeholder 4">
            <a:extLst>
              <a:ext uri="{FF2B5EF4-FFF2-40B4-BE49-F238E27FC236}">
                <a16:creationId xmlns:a16="http://schemas.microsoft.com/office/drawing/2014/main" id="{273FD76F-A613-5199-3B43-F4D09950F871}"/>
              </a:ext>
            </a:extLst>
          </p:cNvPr>
          <p:cNvSpPr>
            <a:spLocks noGrp="1"/>
          </p:cNvSpPr>
          <p:nvPr>
            <p:ph type="sldNum" sz="quarter" idx="15"/>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12" name="Picture Placeholder 11">
            <a:extLst>
              <a:ext uri="{FF2B5EF4-FFF2-40B4-BE49-F238E27FC236}">
                <a16:creationId xmlns:a16="http://schemas.microsoft.com/office/drawing/2014/main" id="{E33E2CF8-F9ED-49BB-7C96-2E9AAC056736}"/>
              </a:ext>
            </a:extLst>
          </p:cNvPr>
          <p:cNvSpPr>
            <a:spLocks noGrp="1"/>
          </p:cNvSpPr>
          <p:nvPr>
            <p:ph type="pic" sz="quarter" idx="13"/>
          </p:nvPr>
        </p:nvSpPr>
        <p:spPr>
          <a:xfrm>
            <a:off x="838450" y="586298"/>
            <a:ext cx="11353549" cy="4222152"/>
          </a:xfrm>
          <a:custGeom>
            <a:avLst/>
            <a:gdLst>
              <a:gd name="connsiteX0" fmla="*/ 1782161 w 11002360"/>
              <a:gd name="connsiteY0" fmla="*/ 0 h 4091552"/>
              <a:gd name="connsiteX1" fmla="*/ 11002360 w 11002360"/>
              <a:gd name="connsiteY1" fmla="*/ 0 h 4091552"/>
              <a:gd name="connsiteX2" fmla="*/ 11002360 w 11002360"/>
              <a:gd name="connsiteY2" fmla="*/ 4091552 h 4091552"/>
              <a:gd name="connsiteX3" fmla="*/ 3300114 w 11002360"/>
              <a:gd name="connsiteY3" fmla="*/ 4091552 h 4091552"/>
              <a:gd name="connsiteX4" fmla="*/ 1782161 w 11002360"/>
              <a:gd name="connsiteY4" fmla="*/ 4091552 h 4091552"/>
              <a:gd name="connsiteX5" fmla="*/ 306686 w 11002360"/>
              <a:gd name="connsiteY5" fmla="*/ 4091552 h 4091552"/>
              <a:gd name="connsiteX6" fmla="*/ 0 w 11002360"/>
              <a:gd name="connsiteY6" fmla="*/ 3784866 h 4091552"/>
              <a:gd name="connsiteX7" fmla="*/ 0 w 11002360"/>
              <a:gd name="connsiteY7" fmla="*/ 306687 h 4091552"/>
              <a:gd name="connsiteX8" fmla="*/ 306686 w 11002360"/>
              <a:gd name="connsiteY8" fmla="*/ 1 h 4091552"/>
              <a:gd name="connsiteX9" fmla="*/ 1782161 w 11002360"/>
              <a:gd name="connsiteY9" fmla="*/ 1 h 4091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002360" h="4091552">
                <a:moveTo>
                  <a:pt x="1782161" y="0"/>
                </a:moveTo>
                <a:lnTo>
                  <a:pt x="11002360" y="0"/>
                </a:lnTo>
                <a:lnTo>
                  <a:pt x="11002360" y="4091552"/>
                </a:lnTo>
                <a:lnTo>
                  <a:pt x="3300114" y="4091552"/>
                </a:lnTo>
                <a:lnTo>
                  <a:pt x="1782161" y="4091552"/>
                </a:lnTo>
                <a:lnTo>
                  <a:pt x="306686" y="4091552"/>
                </a:lnTo>
                <a:cubicBezTo>
                  <a:pt x="137308" y="4091552"/>
                  <a:pt x="0" y="3954244"/>
                  <a:pt x="0" y="3784866"/>
                </a:cubicBezTo>
                <a:lnTo>
                  <a:pt x="0" y="306687"/>
                </a:lnTo>
                <a:cubicBezTo>
                  <a:pt x="0" y="137309"/>
                  <a:pt x="137308" y="1"/>
                  <a:pt x="306686" y="1"/>
                </a:cubicBezTo>
                <a:lnTo>
                  <a:pt x="1782161" y="1"/>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4" name="Footer Placeholder 3">
            <a:extLst>
              <a:ext uri="{FF2B5EF4-FFF2-40B4-BE49-F238E27FC236}">
                <a16:creationId xmlns:a16="http://schemas.microsoft.com/office/drawing/2014/main" id="{4A5DADC2-C124-24F8-970E-9BEF54A14312}"/>
              </a:ext>
            </a:extLst>
          </p:cNvPr>
          <p:cNvSpPr>
            <a:spLocks noGrp="1"/>
          </p:cNvSpPr>
          <p:nvPr>
            <p:ph type="ftr" sz="quarter" idx="14"/>
          </p:nvPr>
        </p:nvSpPr>
        <p:spPr/>
        <p:txBody>
          <a:bodyPr/>
          <a:lstStyle>
            <a:lvl1pPr>
              <a:defRPr>
                <a:solidFill>
                  <a:schemeClr val="bg1"/>
                </a:solidFill>
              </a:defRPr>
            </a:lvl1pPr>
          </a:lstStyle>
          <a:p>
            <a:r>
              <a:rPr lang="en-US" dirty="0"/>
              <a:t>Sample Footer Text</a:t>
            </a:r>
          </a:p>
        </p:txBody>
      </p:sp>
    </p:spTree>
    <p:extLst>
      <p:ext uri="{BB962C8B-B14F-4D97-AF65-F5344CB8AC3E}">
        <p14:creationId xmlns:p14="http://schemas.microsoft.com/office/powerpoint/2010/main" val="355488798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0" y="548640"/>
            <a:ext cx="10653578" cy="1132258"/>
          </a:xfrm>
        </p:spPr>
        <p:txBody>
          <a:bodyPr anchor="b" anchorCtr="0"/>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548640" y="1715532"/>
            <a:ext cx="10653579" cy="4593828"/>
          </a:xfrm>
        </p:spPr>
        <p:txBody>
          <a:bodyPr/>
          <a:lstStyle>
            <a:lvl1pPr marL="0" indent="0">
              <a:buNone/>
              <a:defRPr/>
            </a:lvl1pPr>
            <a:lvl2pPr marL="228600" indent="0">
              <a:buNone/>
              <a:defRPr/>
            </a:lvl2pPr>
            <a:lvl3pPr marL="457200" indent="0">
              <a:buNone/>
              <a:defRPr/>
            </a:lvl3pPr>
          </a:lstStyle>
          <a:p>
            <a:pPr lvl="0"/>
            <a:r>
              <a:rPr lang="en-US" dirty="0"/>
              <a:t>Click to edit Master text styles</a:t>
            </a:r>
          </a:p>
          <a:p>
            <a:pPr lvl="1"/>
            <a:r>
              <a:rPr lang="en-US" dirty="0"/>
              <a:t>Second level</a:t>
            </a:r>
          </a:p>
          <a:p>
            <a:pPr lvl="2"/>
            <a:r>
              <a:rPr lang="en-US" dirty="0"/>
              <a:t>Third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28384338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190624" y="5319551"/>
            <a:ext cx="9916932" cy="786384"/>
          </a:xfrm>
        </p:spPr>
        <p:txBody>
          <a:bodyPr anchor="b">
            <a:normAutofit/>
          </a:bodyPr>
          <a:lstStyle>
            <a:lvl1pPr algn="r">
              <a:defRPr sz="5000">
                <a:solidFill>
                  <a:schemeClr val="accent1"/>
                </a:solidFill>
              </a:defRPr>
            </a:lvl1pPr>
          </a:lstStyle>
          <a:p>
            <a:r>
              <a:rPr lang="en-US" dirty="0"/>
              <a:t>Click to edit Master title style</a:t>
            </a:r>
          </a:p>
        </p:txBody>
      </p:sp>
      <p:sp>
        <p:nvSpPr>
          <p:cNvPr id="13" name="Picture Placeholder 12">
            <a:extLst>
              <a:ext uri="{FF2B5EF4-FFF2-40B4-BE49-F238E27FC236}">
                <a16:creationId xmlns:a16="http://schemas.microsoft.com/office/drawing/2014/main" id="{4C64AFBD-23FD-6C5F-2B5B-EFF6936E4190}"/>
              </a:ext>
            </a:extLst>
          </p:cNvPr>
          <p:cNvSpPr>
            <a:spLocks noGrp="1"/>
          </p:cNvSpPr>
          <p:nvPr>
            <p:ph type="pic" sz="quarter" idx="16"/>
          </p:nvPr>
        </p:nvSpPr>
        <p:spPr>
          <a:xfrm>
            <a:off x="0" y="599361"/>
            <a:ext cx="11001375" cy="4114800"/>
          </a:xfrm>
          <a:custGeom>
            <a:avLst/>
            <a:gdLst>
              <a:gd name="connsiteX0" fmla="*/ 0 w 11001375"/>
              <a:gd name="connsiteY0" fmla="*/ 0 h 4114800"/>
              <a:gd name="connsiteX1" fmla="*/ 7194001 w 11001375"/>
              <a:gd name="connsiteY1" fmla="*/ 0 h 4114800"/>
              <a:gd name="connsiteX2" fmla="*/ 7733211 w 11001375"/>
              <a:gd name="connsiteY2" fmla="*/ 0 h 4114800"/>
              <a:gd name="connsiteX3" fmla="*/ 10593937 w 11001375"/>
              <a:gd name="connsiteY3" fmla="*/ 0 h 4114800"/>
              <a:gd name="connsiteX4" fmla="*/ 11001375 w 11001375"/>
              <a:gd name="connsiteY4" fmla="*/ 407438 h 4114800"/>
              <a:gd name="connsiteX5" fmla="*/ 11001375 w 11001375"/>
              <a:gd name="connsiteY5" fmla="*/ 3706852 h 4114800"/>
              <a:gd name="connsiteX6" fmla="*/ 10593937 w 11001375"/>
              <a:gd name="connsiteY6" fmla="*/ 4114290 h 4114800"/>
              <a:gd name="connsiteX7" fmla="*/ 7733211 w 11001375"/>
              <a:gd name="connsiteY7" fmla="*/ 4114290 h 4114800"/>
              <a:gd name="connsiteX8" fmla="*/ 7733211 w 11001375"/>
              <a:gd name="connsiteY8" fmla="*/ 4114800 h 4114800"/>
              <a:gd name="connsiteX9" fmla="*/ 0 w 11001375"/>
              <a:gd name="connsiteY9" fmla="*/ 4114800 h 411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001375" h="4114800">
                <a:moveTo>
                  <a:pt x="0" y="0"/>
                </a:moveTo>
                <a:lnTo>
                  <a:pt x="7194001" y="0"/>
                </a:lnTo>
                <a:lnTo>
                  <a:pt x="7733211" y="0"/>
                </a:lnTo>
                <a:lnTo>
                  <a:pt x="10593937" y="0"/>
                </a:lnTo>
                <a:cubicBezTo>
                  <a:pt x="10818959" y="0"/>
                  <a:pt x="11001375" y="182416"/>
                  <a:pt x="11001375" y="407438"/>
                </a:cubicBezTo>
                <a:lnTo>
                  <a:pt x="11001375" y="3706852"/>
                </a:lnTo>
                <a:cubicBezTo>
                  <a:pt x="11001375" y="3931874"/>
                  <a:pt x="10818959" y="4114290"/>
                  <a:pt x="10593937" y="4114290"/>
                </a:cubicBezTo>
                <a:lnTo>
                  <a:pt x="7733211" y="4114290"/>
                </a:lnTo>
                <a:lnTo>
                  <a:pt x="7733211" y="4114800"/>
                </a:lnTo>
                <a:lnTo>
                  <a:pt x="0" y="4114800"/>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5" name="Slide Number Placeholder 4">
            <a:extLst>
              <a:ext uri="{FF2B5EF4-FFF2-40B4-BE49-F238E27FC236}">
                <a16:creationId xmlns:a16="http://schemas.microsoft.com/office/drawing/2014/main" id="{273FD76F-A613-5199-3B43-F4D09950F871}"/>
              </a:ext>
            </a:extLst>
          </p:cNvPr>
          <p:cNvSpPr>
            <a:spLocks noGrp="1"/>
          </p:cNvSpPr>
          <p:nvPr>
            <p:ph type="sldNum" sz="quarter" idx="15"/>
          </p:nvPr>
        </p:nvSpPr>
        <p:spPr/>
        <p:txBody>
          <a:bodyPr/>
          <a:lstStyle>
            <a:lvl1pPr>
              <a:defRPr>
                <a:solidFill>
                  <a:schemeClr val="accent1"/>
                </a:solidFill>
              </a:defRPr>
            </a:lvl1pPr>
          </a:lstStyle>
          <a:p>
            <a:fld id="{CC057153-B650-4DEB-B370-79DDCFDCE934}" type="slidenum">
              <a:rPr lang="en-US" smtClean="0"/>
              <a:pPr/>
              <a:t>‹#›</a:t>
            </a:fld>
            <a:endParaRPr lang="en-US" dirty="0"/>
          </a:p>
        </p:txBody>
      </p:sp>
      <p:sp>
        <p:nvSpPr>
          <p:cNvPr id="4" name="Footer Placeholder 3">
            <a:extLst>
              <a:ext uri="{FF2B5EF4-FFF2-40B4-BE49-F238E27FC236}">
                <a16:creationId xmlns:a16="http://schemas.microsoft.com/office/drawing/2014/main" id="{4A5DADC2-C124-24F8-970E-9BEF54A14312}"/>
              </a:ext>
            </a:extLst>
          </p:cNvPr>
          <p:cNvSpPr>
            <a:spLocks noGrp="1"/>
          </p:cNvSpPr>
          <p:nvPr>
            <p:ph type="ftr" sz="quarter" idx="14"/>
          </p:nvPr>
        </p:nvSpPr>
        <p:spPr/>
        <p:txBody>
          <a:bodyPr/>
          <a:lstStyle>
            <a:lvl1pPr>
              <a:defRPr>
                <a:solidFill>
                  <a:schemeClr val="accent1"/>
                </a:solidFill>
              </a:defRPr>
            </a:lvl1pPr>
          </a:lstStyle>
          <a:p>
            <a:r>
              <a:rPr lang="en-US" dirty="0"/>
              <a:t>Sample Footer Text</a:t>
            </a:r>
          </a:p>
        </p:txBody>
      </p:sp>
    </p:spTree>
    <p:extLst>
      <p:ext uri="{BB962C8B-B14F-4D97-AF65-F5344CB8AC3E}">
        <p14:creationId xmlns:p14="http://schemas.microsoft.com/office/powerpoint/2010/main" val="144536481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111826" y="4957555"/>
            <a:ext cx="6858000" cy="1737360"/>
          </a:xfrm>
        </p:spPr>
        <p:txBody>
          <a:bodyPr anchor="t" anchorCtr="0">
            <a:noAutofit/>
          </a:bodyPr>
          <a:lstStyle>
            <a:lvl1pPr algn="l">
              <a:defRPr sz="500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160328" y="4957555"/>
            <a:ext cx="3496092" cy="1322653"/>
          </a:xfrm>
        </p:spPr>
        <p:txBody>
          <a:bodyPr anchor="b" anchorCtr="0">
            <a:normAutofit/>
          </a:bodyPr>
          <a:lstStyle>
            <a:lvl1pPr marL="0" indent="0" algn="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2" name="Picture Placeholder 11">
            <a:extLst>
              <a:ext uri="{FF2B5EF4-FFF2-40B4-BE49-F238E27FC236}">
                <a16:creationId xmlns:a16="http://schemas.microsoft.com/office/drawing/2014/main" id="{E33E2CF8-F9ED-49BB-7C96-2E9AAC056736}"/>
              </a:ext>
            </a:extLst>
          </p:cNvPr>
          <p:cNvSpPr>
            <a:spLocks noGrp="1" noChangeAspect="1"/>
          </p:cNvSpPr>
          <p:nvPr>
            <p:ph type="pic" sz="quarter" idx="13"/>
          </p:nvPr>
        </p:nvSpPr>
        <p:spPr>
          <a:xfrm>
            <a:off x="1230139" y="629340"/>
            <a:ext cx="10976149" cy="4081805"/>
          </a:xfrm>
          <a:custGeom>
            <a:avLst/>
            <a:gdLst>
              <a:gd name="connsiteX0" fmla="*/ 1782161 w 11002360"/>
              <a:gd name="connsiteY0" fmla="*/ 0 h 4091552"/>
              <a:gd name="connsiteX1" fmla="*/ 11002360 w 11002360"/>
              <a:gd name="connsiteY1" fmla="*/ 0 h 4091552"/>
              <a:gd name="connsiteX2" fmla="*/ 11002360 w 11002360"/>
              <a:gd name="connsiteY2" fmla="*/ 4091552 h 4091552"/>
              <a:gd name="connsiteX3" fmla="*/ 3300114 w 11002360"/>
              <a:gd name="connsiteY3" fmla="*/ 4091552 h 4091552"/>
              <a:gd name="connsiteX4" fmla="*/ 1782161 w 11002360"/>
              <a:gd name="connsiteY4" fmla="*/ 4091552 h 4091552"/>
              <a:gd name="connsiteX5" fmla="*/ 306686 w 11002360"/>
              <a:gd name="connsiteY5" fmla="*/ 4091552 h 4091552"/>
              <a:gd name="connsiteX6" fmla="*/ 0 w 11002360"/>
              <a:gd name="connsiteY6" fmla="*/ 3784866 h 4091552"/>
              <a:gd name="connsiteX7" fmla="*/ 0 w 11002360"/>
              <a:gd name="connsiteY7" fmla="*/ 306687 h 4091552"/>
              <a:gd name="connsiteX8" fmla="*/ 306686 w 11002360"/>
              <a:gd name="connsiteY8" fmla="*/ 1 h 4091552"/>
              <a:gd name="connsiteX9" fmla="*/ 1782161 w 11002360"/>
              <a:gd name="connsiteY9" fmla="*/ 1 h 4091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002360" h="4091552">
                <a:moveTo>
                  <a:pt x="1782161" y="0"/>
                </a:moveTo>
                <a:lnTo>
                  <a:pt x="11002360" y="0"/>
                </a:lnTo>
                <a:lnTo>
                  <a:pt x="11002360" y="4091552"/>
                </a:lnTo>
                <a:lnTo>
                  <a:pt x="3300114" y="4091552"/>
                </a:lnTo>
                <a:lnTo>
                  <a:pt x="1782161" y="4091552"/>
                </a:lnTo>
                <a:lnTo>
                  <a:pt x="306686" y="4091552"/>
                </a:lnTo>
                <a:cubicBezTo>
                  <a:pt x="137308" y="4091552"/>
                  <a:pt x="0" y="3954244"/>
                  <a:pt x="0" y="3784866"/>
                </a:cubicBezTo>
                <a:lnTo>
                  <a:pt x="0" y="306687"/>
                </a:lnTo>
                <a:cubicBezTo>
                  <a:pt x="0" y="137309"/>
                  <a:pt x="137308" y="1"/>
                  <a:pt x="306686" y="1"/>
                </a:cubicBezTo>
                <a:lnTo>
                  <a:pt x="1782161" y="1"/>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5" name="Slide Number Placeholder 4">
            <a:extLst>
              <a:ext uri="{FF2B5EF4-FFF2-40B4-BE49-F238E27FC236}">
                <a16:creationId xmlns:a16="http://schemas.microsoft.com/office/drawing/2014/main" id="{ACA644EE-5664-C5E5-F2EA-78570A0BEBC6}"/>
              </a:ext>
            </a:extLst>
          </p:cNvPr>
          <p:cNvSpPr>
            <a:spLocks noGrp="1"/>
          </p:cNvSpPr>
          <p:nvPr>
            <p:ph type="sldNum" sz="quarter" idx="16"/>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lvl1pPr>
              <a:defRPr>
                <a:solidFill>
                  <a:schemeClr val="bg1"/>
                </a:solidFill>
              </a:defRPr>
            </a:lvl1pPr>
          </a:lstStyle>
          <a:p>
            <a:r>
              <a:rPr lang="en-US" dirty="0"/>
              <a:t>Sample Footer Text</a:t>
            </a:r>
          </a:p>
        </p:txBody>
      </p:sp>
    </p:spTree>
    <p:extLst>
      <p:ext uri="{BB962C8B-B14F-4D97-AF65-F5344CB8AC3E}">
        <p14:creationId xmlns:p14="http://schemas.microsoft.com/office/powerpoint/2010/main" val="357805648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68896" y="1129554"/>
            <a:ext cx="4361688" cy="3475236"/>
          </a:xfrm>
        </p:spPr>
        <p:txBody>
          <a:bodyPr anchor="b">
            <a:normAutofit/>
          </a:bodyPr>
          <a:lstStyle>
            <a:lvl1pPr algn="l">
              <a:defRPr sz="5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68897" y="4731335"/>
            <a:ext cx="4206240" cy="1184585"/>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9" name="Picture Placeholder 8">
            <a:extLst>
              <a:ext uri="{FF2B5EF4-FFF2-40B4-BE49-F238E27FC236}">
                <a16:creationId xmlns:a16="http://schemas.microsoft.com/office/drawing/2014/main" id="{2A4B7A6E-A3B8-3D87-4AFC-BB6613DA998E}"/>
              </a:ext>
            </a:extLst>
          </p:cNvPr>
          <p:cNvSpPr>
            <a:spLocks noGrp="1"/>
          </p:cNvSpPr>
          <p:nvPr>
            <p:ph type="pic" sz="quarter" idx="13"/>
          </p:nvPr>
        </p:nvSpPr>
        <p:spPr>
          <a:xfrm>
            <a:off x="0" y="442815"/>
            <a:ext cx="6584942" cy="5972373"/>
          </a:xfrm>
          <a:custGeom>
            <a:avLst/>
            <a:gdLst>
              <a:gd name="connsiteX0" fmla="*/ 0 w 6584942"/>
              <a:gd name="connsiteY0" fmla="*/ 0 h 5972373"/>
              <a:gd name="connsiteX1" fmla="*/ 1717192 w 6584942"/>
              <a:gd name="connsiteY1" fmla="*/ 0 h 5972373"/>
              <a:gd name="connsiteX2" fmla="*/ 3939301 w 6584942"/>
              <a:gd name="connsiteY2" fmla="*/ 0 h 5972373"/>
              <a:gd name="connsiteX3" fmla="*/ 6193330 w 6584942"/>
              <a:gd name="connsiteY3" fmla="*/ 0 h 5972373"/>
              <a:gd name="connsiteX4" fmla="*/ 6584942 w 6584942"/>
              <a:gd name="connsiteY4" fmla="*/ 391612 h 5972373"/>
              <a:gd name="connsiteX5" fmla="*/ 6584942 w 6584942"/>
              <a:gd name="connsiteY5" fmla="*/ 5574602 h 5972373"/>
              <a:gd name="connsiteX6" fmla="*/ 6193330 w 6584942"/>
              <a:gd name="connsiteY6" fmla="*/ 5966214 h 5972373"/>
              <a:gd name="connsiteX7" fmla="*/ 3939301 w 6584942"/>
              <a:gd name="connsiteY7" fmla="*/ 5966214 h 5972373"/>
              <a:gd name="connsiteX8" fmla="*/ 3939301 w 6584942"/>
              <a:gd name="connsiteY8" fmla="*/ 5972373 h 5972373"/>
              <a:gd name="connsiteX9" fmla="*/ 0 w 6584942"/>
              <a:gd name="connsiteY9" fmla="*/ 5972373 h 5972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84942" h="5972373">
                <a:moveTo>
                  <a:pt x="0" y="0"/>
                </a:moveTo>
                <a:lnTo>
                  <a:pt x="1717192" y="0"/>
                </a:lnTo>
                <a:lnTo>
                  <a:pt x="3939301" y="0"/>
                </a:lnTo>
                <a:lnTo>
                  <a:pt x="6193330" y="0"/>
                </a:lnTo>
                <a:cubicBezTo>
                  <a:pt x="6409612" y="0"/>
                  <a:pt x="6584942" y="175331"/>
                  <a:pt x="6584942" y="391612"/>
                </a:cubicBezTo>
                <a:lnTo>
                  <a:pt x="6584942" y="5574602"/>
                </a:lnTo>
                <a:cubicBezTo>
                  <a:pt x="6584942" y="5790883"/>
                  <a:pt x="6409612" y="5966214"/>
                  <a:pt x="6193330" y="5966214"/>
                </a:cubicBezTo>
                <a:lnTo>
                  <a:pt x="3939301" y="5966214"/>
                </a:lnTo>
                <a:lnTo>
                  <a:pt x="3939301" y="5972373"/>
                </a:lnTo>
                <a:lnTo>
                  <a:pt x="0" y="5972373"/>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395094870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48640" y="411480"/>
            <a:ext cx="4654296" cy="3739896"/>
          </a:xfrm>
        </p:spPr>
        <p:txBody>
          <a:bodyPr anchor="t">
            <a:normAutofit/>
          </a:bodyPr>
          <a:lstStyle>
            <a:lvl1pPr algn="l">
              <a:defRPr sz="5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48640" y="4873752"/>
            <a:ext cx="4206240" cy="138074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Slide Number Placeholder 4">
            <a:extLst>
              <a:ext uri="{FF2B5EF4-FFF2-40B4-BE49-F238E27FC236}">
                <a16:creationId xmlns:a16="http://schemas.microsoft.com/office/drawing/2014/main" id="{42CECE93-F2F0-9BF0-BC06-17F4FCB720A2}"/>
              </a:ext>
            </a:extLst>
          </p:cNvPr>
          <p:cNvSpPr>
            <a:spLocks noGrp="1"/>
          </p:cNvSpPr>
          <p:nvPr>
            <p:ph type="sldNum" sz="quarter" idx="15"/>
          </p:nvPr>
        </p:nvSpPr>
        <p:spPr>
          <a:xfrm>
            <a:off x="4997845" y="137965"/>
            <a:ext cx="429207" cy="365125"/>
          </a:xfrm>
        </p:spPr>
        <p:txBody>
          <a:bodyPr/>
          <a:lstStyle/>
          <a:p>
            <a:fld id="{CC057153-B650-4DEB-B370-79DDCFDCE934}" type="slidenum">
              <a:rPr lang="en-US" smtClean="0"/>
              <a:pPr/>
              <a:t>‹#›</a:t>
            </a:fld>
            <a:endParaRPr lang="en-US" dirty="0"/>
          </a:p>
        </p:txBody>
      </p:sp>
      <p:sp>
        <p:nvSpPr>
          <p:cNvPr id="4" name="Footer Placeholder 3">
            <a:extLst>
              <a:ext uri="{FF2B5EF4-FFF2-40B4-BE49-F238E27FC236}">
                <a16:creationId xmlns:a16="http://schemas.microsoft.com/office/drawing/2014/main" id="{B939B692-E2F6-F6FD-1494-9FB37EAB322F}"/>
              </a:ext>
            </a:extLst>
          </p:cNvPr>
          <p:cNvSpPr>
            <a:spLocks noGrp="1"/>
          </p:cNvSpPr>
          <p:nvPr>
            <p:ph type="ftr" sz="quarter" idx="14"/>
          </p:nvPr>
        </p:nvSpPr>
        <p:spPr>
          <a:xfrm>
            <a:off x="2621647" y="6368780"/>
            <a:ext cx="2805405" cy="365125"/>
          </a:xfrm>
        </p:spPr>
        <p:txBody>
          <a:bodyPr/>
          <a:lstStyle/>
          <a:p>
            <a:r>
              <a:rPr lang="en-US" dirty="0"/>
              <a:t>Sample Footer Text</a:t>
            </a:r>
          </a:p>
        </p:txBody>
      </p:sp>
      <p:sp>
        <p:nvSpPr>
          <p:cNvPr id="6" name="Picture Placeholder 5">
            <a:extLst>
              <a:ext uri="{FF2B5EF4-FFF2-40B4-BE49-F238E27FC236}">
                <a16:creationId xmlns:a16="http://schemas.microsoft.com/office/drawing/2014/main" id="{4AC0B933-AE26-DF32-E480-926E7D262A00}"/>
              </a:ext>
            </a:extLst>
          </p:cNvPr>
          <p:cNvSpPr>
            <a:spLocks noGrp="1"/>
          </p:cNvSpPr>
          <p:nvPr>
            <p:ph type="pic" sz="quarter" idx="13"/>
          </p:nvPr>
        </p:nvSpPr>
        <p:spPr>
          <a:xfrm>
            <a:off x="5607052" y="442815"/>
            <a:ext cx="6584949" cy="5972373"/>
          </a:xfrm>
          <a:custGeom>
            <a:avLst/>
            <a:gdLst>
              <a:gd name="connsiteX0" fmla="*/ 391612 w 6584949"/>
              <a:gd name="connsiteY0" fmla="*/ 0 h 5972373"/>
              <a:gd name="connsiteX1" fmla="*/ 2645641 w 6584949"/>
              <a:gd name="connsiteY1" fmla="*/ 0 h 5972373"/>
              <a:gd name="connsiteX2" fmla="*/ 4867750 w 6584949"/>
              <a:gd name="connsiteY2" fmla="*/ 0 h 5972373"/>
              <a:gd name="connsiteX3" fmla="*/ 6584949 w 6584949"/>
              <a:gd name="connsiteY3" fmla="*/ 0 h 5972373"/>
              <a:gd name="connsiteX4" fmla="*/ 6584949 w 6584949"/>
              <a:gd name="connsiteY4" fmla="*/ 5972373 h 5972373"/>
              <a:gd name="connsiteX5" fmla="*/ 2645641 w 6584949"/>
              <a:gd name="connsiteY5" fmla="*/ 5972373 h 5972373"/>
              <a:gd name="connsiteX6" fmla="*/ 2645641 w 6584949"/>
              <a:gd name="connsiteY6" fmla="*/ 5966214 h 5972373"/>
              <a:gd name="connsiteX7" fmla="*/ 391612 w 6584949"/>
              <a:gd name="connsiteY7" fmla="*/ 5966214 h 5972373"/>
              <a:gd name="connsiteX8" fmla="*/ 0 w 6584949"/>
              <a:gd name="connsiteY8" fmla="*/ 5574602 h 5972373"/>
              <a:gd name="connsiteX9" fmla="*/ 0 w 6584949"/>
              <a:gd name="connsiteY9" fmla="*/ 391612 h 5972373"/>
              <a:gd name="connsiteX10" fmla="*/ 391612 w 6584949"/>
              <a:gd name="connsiteY10" fmla="*/ 0 h 5972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584949" h="5972373">
                <a:moveTo>
                  <a:pt x="391612" y="0"/>
                </a:moveTo>
                <a:lnTo>
                  <a:pt x="2645641" y="0"/>
                </a:lnTo>
                <a:lnTo>
                  <a:pt x="4867750" y="0"/>
                </a:lnTo>
                <a:lnTo>
                  <a:pt x="6584949" y="0"/>
                </a:lnTo>
                <a:lnTo>
                  <a:pt x="6584949" y="5972373"/>
                </a:lnTo>
                <a:lnTo>
                  <a:pt x="2645641" y="5972373"/>
                </a:lnTo>
                <a:lnTo>
                  <a:pt x="2645641" y="5966214"/>
                </a:lnTo>
                <a:lnTo>
                  <a:pt x="391612" y="5966214"/>
                </a:lnTo>
                <a:cubicBezTo>
                  <a:pt x="175331" y="5966214"/>
                  <a:pt x="0" y="5790883"/>
                  <a:pt x="0" y="5574602"/>
                </a:cubicBezTo>
                <a:lnTo>
                  <a:pt x="0" y="391612"/>
                </a:lnTo>
                <a:cubicBezTo>
                  <a:pt x="0" y="175331"/>
                  <a:pt x="175331" y="0"/>
                  <a:pt x="391612" y="0"/>
                </a:cubicBez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Tree>
    <p:extLst>
      <p:ext uri="{BB962C8B-B14F-4D97-AF65-F5344CB8AC3E}">
        <p14:creationId xmlns:p14="http://schemas.microsoft.com/office/powerpoint/2010/main" val="189980055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48640" y="548642"/>
            <a:ext cx="7478991" cy="3635797"/>
          </a:xfrm>
        </p:spPr>
        <p:txBody>
          <a:bodyPr anchor="t">
            <a:normAutofit/>
          </a:bodyPr>
          <a:lstStyle>
            <a:lvl1pPr algn="l">
              <a:defRPr sz="740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48640" y="4473553"/>
            <a:ext cx="6655522" cy="1545336"/>
          </a:xfrm>
        </p:spPr>
        <p:txBody>
          <a:bodyPr anchor="b">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Tree>
    <p:extLst>
      <p:ext uri="{BB962C8B-B14F-4D97-AF65-F5344CB8AC3E}">
        <p14:creationId xmlns:p14="http://schemas.microsoft.com/office/powerpoint/2010/main" val="392981771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48640" y="854239"/>
            <a:ext cx="7876287" cy="3592629"/>
          </a:xfrm>
        </p:spPr>
        <p:txBody>
          <a:bodyPr anchor="b">
            <a:normAutofit/>
          </a:bodyPr>
          <a:lstStyle>
            <a:lvl1pPr algn="l">
              <a:defRPr sz="740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48640" y="4617138"/>
            <a:ext cx="7375466" cy="1014984"/>
          </a:xfrm>
        </p:spPr>
        <p:txBody>
          <a:bodyPr anchor="t">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Tree>
    <p:extLst>
      <p:ext uri="{BB962C8B-B14F-4D97-AF65-F5344CB8AC3E}">
        <p14:creationId xmlns:p14="http://schemas.microsoft.com/office/powerpoint/2010/main" val="305626073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318302"/>
            <a:ext cx="8229600" cy="2621154"/>
          </a:xfrm>
        </p:spPr>
        <p:txBody>
          <a:bodyPr anchor="b">
            <a:noAutofit/>
          </a:bodyPr>
          <a:lstStyle>
            <a:lvl1pPr algn="ctr">
              <a:defRPr sz="740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7"/>
            <a:ext cx="7588155" cy="1414091"/>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Tree>
    <p:extLst>
      <p:ext uri="{BB962C8B-B14F-4D97-AF65-F5344CB8AC3E}">
        <p14:creationId xmlns:p14="http://schemas.microsoft.com/office/powerpoint/2010/main" val="37810377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48640" y="1017594"/>
            <a:ext cx="9424848" cy="4572000"/>
          </a:xfrm>
        </p:spPr>
        <p:txBody>
          <a:bodyPr anchor="b">
            <a:normAutofit/>
          </a:bodyPr>
          <a:lstStyle>
            <a:lvl1pPr algn="l">
              <a:defRPr sz="7400">
                <a:solidFill>
                  <a:schemeClr val="tx1"/>
                </a:solidFill>
              </a:defRPr>
            </a:lvl1pPr>
          </a:lstStyle>
          <a:p>
            <a:r>
              <a:rPr lang="en-US" dirty="0"/>
              <a:t>Click to edit Master title style</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422539091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48640" y="664108"/>
            <a:ext cx="8467558" cy="1554480"/>
          </a:xfrm>
        </p:spPr>
        <p:txBody>
          <a:bodyPr anchor="b">
            <a:normAutofit/>
          </a:bodyPr>
          <a:lstStyle>
            <a:lvl1pPr>
              <a:defRPr sz="44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48640" y="2333860"/>
            <a:ext cx="8467558" cy="3689909"/>
          </a:xfrm>
        </p:spPr>
        <p:txBody>
          <a:bodyPr>
            <a:normAutofit/>
          </a:bodyPr>
          <a:lstStyle>
            <a:lvl1pPr marL="0" indent="0">
              <a:buFont typeface="+mj-lt"/>
              <a:buNone/>
              <a:defRPr sz="2000"/>
            </a:lvl1pPr>
            <a:lvl2pPr marL="228600" indent="0">
              <a:buFont typeface="+mj-lt"/>
              <a:buNone/>
              <a:defRPr sz="1800"/>
            </a:lvl2pPr>
            <a:lvl3pPr marL="457200" indent="0">
              <a:buFont typeface="+mj-lt"/>
              <a:buNone/>
              <a:defRPr sz="1600"/>
            </a:lvl3pPr>
            <a:lvl4pPr marL="685800" indent="0">
              <a:buFont typeface="+mj-lt"/>
              <a:buNone/>
              <a:defRPr sz="1600"/>
            </a:lvl4pPr>
            <a:lvl5pPr marL="914400" indent="0">
              <a:buFont typeface="+mj-lt"/>
              <a:buNone/>
              <a:defRPr sz="1400"/>
            </a:lvl5pPr>
          </a:lstStyle>
          <a:p>
            <a:pPr lvl="0"/>
            <a:r>
              <a:rPr lang="en-US"/>
              <a:t>Click to edit Master text styles</a:t>
            </a:r>
          </a:p>
          <a:p>
            <a:pPr lvl="1"/>
            <a:r>
              <a:rPr lang="en-US"/>
              <a:t>Second level</a:t>
            </a:r>
          </a:p>
          <a:p>
            <a:pPr lvl="2"/>
            <a:r>
              <a:rPr lang="en-US"/>
              <a:t>Third level</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25565994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846320" y="916491"/>
            <a:ext cx="4663440" cy="1554480"/>
          </a:xfrm>
        </p:spPr>
        <p:txBody>
          <a:bodyPr anchor="b">
            <a:normAutofit/>
          </a:bodyPr>
          <a:lstStyle>
            <a:lvl1pPr>
              <a:defRPr sz="4000">
                <a:solidFill>
                  <a:schemeClr val="accent1"/>
                </a:solidFill>
              </a:defRPr>
            </a:lvl1pPr>
          </a:lstStyle>
          <a:p>
            <a:r>
              <a:rPr lang="en-US"/>
              <a:t>Click to edit Master title style</a:t>
            </a:r>
          </a:p>
        </p:txBody>
      </p:sp>
      <p:sp>
        <p:nvSpPr>
          <p:cNvPr id="3" name="Picture Placeholder 2">
            <a:extLst>
              <a:ext uri="{FF2B5EF4-FFF2-40B4-BE49-F238E27FC236}">
                <a16:creationId xmlns:a16="http://schemas.microsoft.com/office/drawing/2014/main" id="{4AE076F7-0A56-00B7-5636-53BCD84F37B4}"/>
              </a:ext>
            </a:extLst>
          </p:cNvPr>
          <p:cNvSpPr>
            <a:spLocks noGrp="1"/>
          </p:cNvSpPr>
          <p:nvPr>
            <p:ph type="pic" sz="quarter" idx="14"/>
          </p:nvPr>
        </p:nvSpPr>
        <p:spPr>
          <a:xfrm>
            <a:off x="638475" y="1"/>
            <a:ext cx="3776472" cy="6220147"/>
          </a:xfrm>
          <a:custGeom>
            <a:avLst/>
            <a:gdLst>
              <a:gd name="connsiteX0" fmla="*/ 0 w 3776472"/>
              <a:gd name="connsiteY0" fmla="*/ 0 h 6220147"/>
              <a:gd name="connsiteX1" fmla="*/ 3776472 w 3776472"/>
              <a:gd name="connsiteY1" fmla="*/ 0 h 6220147"/>
              <a:gd name="connsiteX2" fmla="*/ 3776472 w 3776472"/>
              <a:gd name="connsiteY2" fmla="*/ 4143022 h 6220147"/>
              <a:gd name="connsiteX3" fmla="*/ 3774316 w 3776472"/>
              <a:gd name="connsiteY3" fmla="*/ 4143022 h 6220147"/>
              <a:gd name="connsiteX4" fmla="*/ 3774316 w 3776472"/>
              <a:gd name="connsiteY4" fmla="*/ 5899400 h 6220147"/>
              <a:gd name="connsiteX5" fmla="*/ 3453569 w 3776472"/>
              <a:gd name="connsiteY5" fmla="*/ 6220147 h 6220147"/>
              <a:gd name="connsiteX6" fmla="*/ 322904 w 3776472"/>
              <a:gd name="connsiteY6" fmla="*/ 6220147 h 6220147"/>
              <a:gd name="connsiteX7" fmla="*/ 2157 w 3776472"/>
              <a:gd name="connsiteY7" fmla="*/ 5899400 h 6220147"/>
              <a:gd name="connsiteX8" fmla="*/ 2157 w 3776472"/>
              <a:gd name="connsiteY8" fmla="*/ 4143022 h 6220147"/>
              <a:gd name="connsiteX9" fmla="*/ 0 w 3776472"/>
              <a:gd name="connsiteY9" fmla="*/ 4143022 h 6220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76472" h="6220147">
                <a:moveTo>
                  <a:pt x="0" y="0"/>
                </a:moveTo>
                <a:lnTo>
                  <a:pt x="3776472" y="0"/>
                </a:lnTo>
                <a:lnTo>
                  <a:pt x="3776472" y="4143022"/>
                </a:lnTo>
                <a:lnTo>
                  <a:pt x="3774316" y="4143022"/>
                </a:lnTo>
                <a:lnTo>
                  <a:pt x="3774316" y="5899400"/>
                </a:lnTo>
                <a:cubicBezTo>
                  <a:pt x="3774316" y="6076544"/>
                  <a:pt x="3630713" y="6220147"/>
                  <a:pt x="3453569" y="6220147"/>
                </a:cubicBezTo>
                <a:lnTo>
                  <a:pt x="322904" y="6220147"/>
                </a:lnTo>
                <a:cubicBezTo>
                  <a:pt x="145760" y="6220147"/>
                  <a:pt x="2157" y="6076544"/>
                  <a:pt x="2157" y="5899400"/>
                </a:cubicBezTo>
                <a:lnTo>
                  <a:pt x="2157" y="4143022"/>
                </a:lnTo>
                <a:lnTo>
                  <a:pt x="0" y="4143022"/>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846320" y="2825496"/>
            <a:ext cx="4663440" cy="3337560"/>
          </a:xfrm>
        </p:spPr>
        <p:txBody>
          <a:bodyPr>
            <a:normAutofit/>
          </a:bodyPr>
          <a:lstStyle>
            <a:lvl1pPr marL="0" indent="0">
              <a:buFont typeface="+mj-lt"/>
              <a:buNone/>
              <a:defRPr sz="2000"/>
            </a:lvl1pPr>
            <a:lvl2pPr marL="228600" indent="0">
              <a:buFont typeface="+mj-lt"/>
              <a:buNone/>
              <a:defRPr sz="1800"/>
            </a:lvl2pPr>
            <a:lvl3pPr marL="457200" indent="0">
              <a:buFont typeface="+mj-lt"/>
              <a:buNone/>
              <a:defRPr sz="1600"/>
            </a:lvl3pPr>
            <a:lvl4pPr marL="685800" indent="0">
              <a:buFont typeface="+mj-lt"/>
              <a:buNone/>
              <a:defRPr sz="1400"/>
            </a:lvl4pPr>
            <a:lvl5pPr marL="914400" indent="0">
              <a:buFont typeface="+mj-lt"/>
              <a:buNone/>
              <a:defRPr sz="1200"/>
            </a:lvl5pPr>
          </a:lstStyle>
          <a:p>
            <a:pPr lvl="0"/>
            <a:r>
              <a:rPr lang="en-US"/>
              <a:t>Click to edit Master text styles</a:t>
            </a:r>
          </a:p>
          <a:p>
            <a:pPr lvl="1"/>
            <a:r>
              <a:rPr lang="en-US"/>
              <a:t>Second level</a:t>
            </a:r>
          </a:p>
          <a:p>
            <a:pPr lvl="2"/>
            <a:r>
              <a:rPr lang="en-US"/>
              <a:t>Third level</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27265110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genda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843120" y="820882"/>
            <a:ext cx="6813300" cy="2103254"/>
          </a:xfrm>
        </p:spPr>
        <p:txBody>
          <a:bodyPr anchor="b">
            <a:normAutofit/>
          </a:bodyPr>
          <a:lstStyle>
            <a:lvl1pPr>
              <a:defRPr sz="4000">
                <a:solidFill>
                  <a:schemeClr val="accent1"/>
                </a:solidFill>
              </a:defRPr>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3415547F-4F84-3067-76DF-196AFC61150A}"/>
              </a:ext>
            </a:extLst>
          </p:cNvPr>
          <p:cNvSpPr>
            <a:spLocks noGrp="1"/>
          </p:cNvSpPr>
          <p:nvPr>
            <p:ph type="pic" sz="quarter" idx="14"/>
          </p:nvPr>
        </p:nvSpPr>
        <p:spPr>
          <a:xfrm>
            <a:off x="638475" y="1"/>
            <a:ext cx="3776472" cy="6220147"/>
          </a:xfrm>
          <a:custGeom>
            <a:avLst/>
            <a:gdLst>
              <a:gd name="connsiteX0" fmla="*/ 0 w 3776472"/>
              <a:gd name="connsiteY0" fmla="*/ 0 h 6220147"/>
              <a:gd name="connsiteX1" fmla="*/ 3776472 w 3776472"/>
              <a:gd name="connsiteY1" fmla="*/ 0 h 6220147"/>
              <a:gd name="connsiteX2" fmla="*/ 3776472 w 3776472"/>
              <a:gd name="connsiteY2" fmla="*/ 4143022 h 6220147"/>
              <a:gd name="connsiteX3" fmla="*/ 3774316 w 3776472"/>
              <a:gd name="connsiteY3" fmla="*/ 4143022 h 6220147"/>
              <a:gd name="connsiteX4" fmla="*/ 3774316 w 3776472"/>
              <a:gd name="connsiteY4" fmla="*/ 5899400 h 6220147"/>
              <a:gd name="connsiteX5" fmla="*/ 3453569 w 3776472"/>
              <a:gd name="connsiteY5" fmla="*/ 6220147 h 6220147"/>
              <a:gd name="connsiteX6" fmla="*/ 322904 w 3776472"/>
              <a:gd name="connsiteY6" fmla="*/ 6220147 h 6220147"/>
              <a:gd name="connsiteX7" fmla="*/ 2157 w 3776472"/>
              <a:gd name="connsiteY7" fmla="*/ 5899400 h 6220147"/>
              <a:gd name="connsiteX8" fmla="*/ 2157 w 3776472"/>
              <a:gd name="connsiteY8" fmla="*/ 4143022 h 6220147"/>
              <a:gd name="connsiteX9" fmla="*/ 0 w 3776472"/>
              <a:gd name="connsiteY9" fmla="*/ 4143022 h 6220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76472" h="6220147">
                <a:moveTo>
                  <a:pt x="0" y="0"/>
                </a:moveTo>
                <a:lnTo>
                  <a:pt x="3776472" y="0"/>
                </a:lnTo>
                <a:lnTo>
                  <a:pt x="3776472" y="4143022"/>
                </a:lnTo>
                <a:lnTo>
                  <a:pt x="3774316" y="4143022"/>
                </a:lnTo>
                <a:lnTo>
                  <a:pt x="3774316" y="5899400"/>
                </a:lnTo>
                <a:cubicBezTo>
                  <a:pt x="3774316" y="6076544"/>
                  <a:pt x="3630713" y="6220147"/>
                  <a:pt x="3453569" y="6220147"/>
                </a:cubicBezTo>
                <a:lnTo>
                  <a:pt x="322904" y="6220147"/>
                </a:lnTo>
                <a:cubicBezTo>
                  <a:pt x="145760" y="6220147"/>
                  <a:pt x="2157" y="6076544"/>
                  <a:pt x="2157" y="5899400"/>
                </a:cubicBezTo>
                <a:lnTo>
                  <a:pt x="2157" y="4143022"/>
                </a:lnTo>
                <a:lnTo>
                  <a:pt x="0" y="4143022"/>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843121" y="3273552"/>
            <a:ext cx="6813300" cy="2947091"/>
          </a:xfrm>
        </p:spPr>
        <p:txBody>
          <a:bodyPr>
            <a:normAutofit/>
          </a:bodyPr>
          <a:lstStyle>
            <a:lvl1pPr marL="0" indent="0">
              <a:lnSpc>
                <a:spcPct val="140000"/>
              </a:lnSpc>
              <a:buFont typeface="+mj-lt"/>
              <a:buNone/>
              <a:defRPr sz="2000"/>
            </a:lvl1pPr>
            <a:lvl2pPr marL="228600" indent="0">
              <a:lnSpc>
                <a:spcPct val="140000"/>
              </a:lnSpc>
              <a:buFont typeface="+mj-lt"/>
              <a:buNone/>
              <a:defRPr sz="1800"/>
            </a:lvl2pPr>
            <a:lvl3pPr marL="457200" indent="0">
              <a:lnSpc>
                <a:spcPct val="140000"/>
              </a:lnSpc>
              <a:buFont typeface="+mj-lt"/>
              <a:buNone/>
              <a:defRPr sz="1600"/>
            </a:lvl3pPr>
            <a:lvl4pPr marL="685800" indent="0">
              <a:lnSpc>
                <a:spcPct val="140000"/>
              </a:lnSpc>
              <a:buFont typeface="+mj-lt"/>
              <a:buNone/>
              <a:defRPr sz="1400"/>
            </a:lvl4pPr>
            <a:lvl5pPr marL="914400" indent="0">
              <a:lnSpc>
                <a:spcPct val="140000"/>
              </a:lnSpc>
              <a:buFont typeface="+mj-lt"/>
              <a:buNone/>
              <a:defRPr sz="1200"/>
            </a:lvl5pPr>
          </a:lstStyle>
          <a:p>
            <a:pPr lvl="0"/>
            <a:r>
              <a:rPr lang="en-US"/>
              <a:t>Click to edit Master text styles</a:t>
            </a:r>
          </a:p>
          <a:p>
            <a:pPr lvl="1"/>
            <a:r>
              <a:rPr lang="en-US"/>
              <a:t>Second level</a:t>
            </a:r>
          </a:p>
          <a:p>
            <a:pPr lvl="2"/>
            <a:r>
              <a:rPr lang="en-US"/>
              <a:t>Third level</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11030803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385975"/>
            <a:ext cx="4325112" cy="2454796"/>
          </a:xfrm>
        </p:spPr>
        <p:txBody>
          <a:bodyPr>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386584"/>
            <a:ext cx="4325112" cy="2459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9070238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258568"/>
            <a:ext cx="3813048" cy="3557016"/>
          </a:xfrm>
        </p:spPr>
        <p:txBody>
          <a:bodyPr>
            <a:normAutofit/>
          </a:bodyPr>
          <a:lstStyle>
            <a:lvl1pPr>
              <a:defRPr sz="4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2254250"/>
            <a:ext cx="4956175" cy="355600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5811059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537853"/>
            <a:ext cx="4145582" cy="4638825"/>
          </a:xfrm>
        </p:spPr>
        <p:txBody>
          <a:bodyPr>
            <a:normAutofit/>
          </a:bodyPr>
          <a:lstStyle>
            <a:lvl1pPr>
              <a:defRPr sz="4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1538288"/>
            <a:ext cx="5681662" cy="4818062"/>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27825919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877456"/>
            <a:ext cx="4142232" cy="4940661"/>
          </a:xfrm>
        </p:spPr>
        <p:txBody>
          <a:bodyPr>
            <a:normAutofit/>
          </a:bodyPr>
          <a:lstStyle>
            <a:lvl1pPr>
              <a:defRPr sz="4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22913" y="877456"/>
            <a:ext cx="6159500" cy="5390822"/>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35689317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72533" y="548639"/>
            <a:ext cx="3494314" cy="5719639"/>
          </a:xfrm>
        </p:spPr>
        <p:txBody>
          <a:bodyPr>
            <a:normAutofit/>
          </a:bodyPr>
          <a:lstStyle>
            <a:lvl1pPr>
              <a:defRPr sz="4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549274"/>
            <a:ext cx="7315200" cy="580644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33790595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538937" y="548640"/>
            <a:ext cx="6093225" cy="1143000"/>
          </a:xfrm>
        </p:spPr>
        <p:txBody>
          <a:bodyPr anchor="b"/>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EE08F2FE-F5E8-682E-4959-E4BD55372E65}"/>
              </a:ext>
            </a:extLst>
          </p:cNvPr>
          <p:cNvSpPr>
            <a:spLocks noGrp="1"/>
          </p:cNvSpPr>
          <p:nvPr>
            <p:ph type="pic" sz="quarter" idx="13"/>
          </p:nvPr>
        </p:nvSpPr>
        <p:spPr>
          <a:xfrm>
            <a:off x="548640" y="2"/>
            <a:ext cx="4169664" cy="6210485"/>
          </a:xfrm>
          <a:custGeom>
            <a:avLst/>
            <a:gdLst>
              <a:gd name="connsiteX0" fmla="*/ 0 w 4169664"/>
              <a:gd name="connsiteY0" fmla="*/ 0 h 6210485"/>
              <a:gd name="connsiteX1" fmla="*/ 4169664 w 4169664"/>
              <a:gd name="connsiteY1" fmla="*/ 0 h 6210485"/>
              <a:gd name="connsiteX2" fmla="*/ 4169664 w 4169664"/>
              <a:gd name="connsiteY2" fmla="*/ 4923691 h 6210485"/>
              <a:gd name="connsiteX3" fmla="*/ 4168046 w 4169664"/>
              <a:gd name="connsiteY3" fmla="*/ 4923691 h 6210485"/>
              <a:gd name="connsiteX4" fmla="*/ 4168046 w 4169664"/>
              <a:gd name="connsiteY4" fmla="*/ 5856214 h 6210485"/>
              <a:gd name="connsiteX5" fmla="*/ 3813775 w 4169664"/>
              <a:gd name="connsiteY5" fmla="*/ 6210485 h 6210485"/>
              <a:gd name="connsiteX6" fmla="*/ 355889 w 4169664"/>
              <a:gd name="connsiteY6" fmla="*/ 6210485 h 6210485"/>
              <a:gd name="connsiteX7" fmla="*/ 1618 w 4169664"/>
              <a:gd name="connsiteY7" fmla="*/ 5856214 h 6210485"/>
              <a:gd name="connsiteX8" fmla="*/ 1618 w 4169664"/>
              <a:gd name="connsiteY8" fmla="*/ 4923691 h 6210485"/>
              <a:gd name="connsiteX9" fmla="*/ 0 w 4169664"/>
              <a:gd name="connsiteY9" fmla="*/ 4923691 h 6210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9664" h="6210485">
                <a:moveTo>
                  <a:pt x="0" y="0"/>
                </a:moveTo>
                <a:lnTo>
                  <a:pt x="4169664" y="0"/>
                </a:lnTo>
                <a:lnTo>
                  <a:pt x="4169664" y="4923691"/>
                </a:lnTo>
                <a:lnTo>
                  <a:pt x="4168046" y="4923691"/>
                </a:lnTo>
                <a:lnTo>
                  <a:pt x="4168046" y="5856214"/>
                </a:lnTo>
                <a:cubicBezTo>
                  <a:pt x="4168046" y="6051872"/>
                  <a:pt x="4009433" y="6210485"/>
                  <a:pt x="3813775" y="6210485"/>
                </a:cubicBezTo>
                <a:lnTo>
                  <a:pt x="355889" y="6210485"/>
                </a:lnTo>
                <a:cubicBezTo>
                  <a:pt x="160231" y="6210485"/>
                  <a:pt x="1618" y="6051872"/>
                  <a:pt x="1618" y="5856214"/>
                </a:cubicBezTo>
                <a:lnTo>
                  <a:pt x="1618" y="4923691"/>
                </a:lnTo>
                <a:lnTo>
                  <a:pt x="0" y="4923691"/>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38937" y="1828800"/>
            <a:ext cx="6071616" cy="4489704"/>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p:txBody>
          <a:bodyPr/>
          <a:lstStyle/>
          <a:p>
            <a:fld id="{CC057153-B650-4DEB-B370-79DDCFDCE934}" type="slidenum">
              <a:rPr lang="en-US" smtClean="0"/>
              <a:t>‹#›</a:t>
            </a:fld>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p:txBody>
          <a:bodyPr/>
          <a:lstStyle/>
          <a:p>
            <a:r>
              <a:rPr lang="en-US" dirty="0"/>
              <a:t>Sample Footer Text</a:t>
            </a:r>
          </a:p>
        </p:txBody>
      </p:sp>
    </p:spTree>
    <p:extLst>
      <p:ext uri="{BB962C8B-B14F-4D97-AF65-F5344CB8AC3E}">
        <p14:creationId xmlns:p14="http://schemas.microsoft.com/office/powerpoint/2010/main" val="410081772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548640"/>
            <a:ext cx="6135624" cy="1143000"/>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48640" y="1828800"/>
            <a:ext cx="6135624" cy="4489704"/>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Picture Placeholder 8">
            <a:extLst>
              <a:ext uri="{FF2B5EF4-FFF2-40B4-BE49-F238E27FC236}">
                <a16:creationId xmlns:a16="http://schemas.microsoft.com/office/drawing/2014/main" id="{928905F0-5F49-679C-FEE0-AFCB409086F8}"/>
              </a:ext>
            </a:extLst>
          </p:cNvPr>
          <p:cNvSpPr>
            <a:spLocks noGrp="1"/>
          </p:cNvSpPr>
          <p:nvPr>
            <p:ph type="pic" sz="quarter" idx="13"/>
          </p:nvPr>
        </p:nvSpPr>
        <p:spPr>
          <a:xfrm>
            <a:off x="7359078" y="1"/>
            <a:ext cx="4178772" cy="6210487"/>
          </a:xfrm>
          <a:custGeom>
            <a:avLst/>
            <a:gdLst>
              <a:gd name="connsiteX0" fmla="*/ 9108 w 4178772"/>
              <a:gd name="connsiteY0" fmla="*/ 0 h 6210487"/>
              <a:gd name="connsiteX1" fmla="*/ 4178772 w 4178772"/>
              <a:gd name="connsiteY1" fmla="*/ 0 h 6210487"/>
              <a:gd name="connsiteX2" fmla="*/ 4178772 w 4178772"/>
              <a:gd name="connsiteY2" fmla="*/ 3429000 h 6210487"/>
              <a:gd name="connsiteX3" fmla="*/ 4166428 w 4178772"/>
              <a:gd name="connsiteY3" fmla="*/ 3429000 h 6210487"/>
              <a:gd name="connsiteX4" fmla="*/ 4166428 w 4178772"/>
              <a:gd name="connsiteY4" fmla="*/ 5856216 h 6210487"/>
              <a:gd name="connsiteX5" fmla="*/ 3812157 w 4178772"/>
              <a:gd name="connsiteY5" fmla="*/ 6210487 h 6210487"/>
              <a:gd name="connsiteX6" fmla="*/ 354271 w 4178772"/>
              <a:gd name="connsiteY6" fmla="*/ 6210487 h 6210487"/>
              <a:gd name="connsiteX7" fmla="*/ 0 w 4178772"/>
              <a:gd name="connsiteY7" fmla="*/ 5856216 h 6210487"/>
              <a:gd name="connsiteX8" fmla="*/ 0 w 4178772"/>
              <a:gd name="connsiteY8" fmla="*/ 1838365 h 6210487"/>
              <a:gd name="connsiteX9" fmla="*/ 7198 w 4178772"/>
              <a:gd name="connsiteY9" fmla="*/ 1766967 h 6210487"/>
              <a:gd name="connsiteX10" fmla="*/ 9108 w 4178772"/>
              <a:gd name="connsiteY10" fmla="*/ 1760813 h 6210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78772" h="6210487">
                <a:moveTo>
                  <a:pt x="9108" y="0"/>
                </a:moveTo>
                <a:lnTo>
                  <a:pt x="4178772" y="0"/>
                </a:lnTo>
                <a:lnTo>
                  <a:pt x="4178772" y="3429000"/>
                </a:lnTo>
                <a:lnTo>
                  <a:pt x="4166428" y="3429000"/>
                </a:lnTo>
                <a:lnTo>
                  <a:pt x="4166428" y="5856216"/>
                </a:lnTo>
                <a:cubicBezTo>
                  <a:pt x="4166428" y="6051874"/>
                  <a:pt x="4007815" y="6210487"/>
                  <a:pt x="3812157" y="6210487"/>
                </a:cubicBezTo>
                <a:lnTo>
                  <a:pt x="354271" y="6210487"/>
                </a:lnTo>
                <a:cubicBezTo>
                  <a:pt x="158613" y="6210487"/>
                  <a:pt x="0" y="6051874"/>
                  <a:pt x="0" y="5856216"/>
                </a:cubicBezTo>
                <a:lnTo>
                  <a:pt x="0" y="1838365"/>
                </a:lnTo>
                <a:cubicBezTo>
                  <a:pt x="0" y="1813908"/>
                  <a:pt x="2478" y="1790029"/>
                  <a:pt x="7198" y="1766967"/>
                </a:cubicBezTo>
                <a:lnTo>
                  <a:pt x="9108" y="1760813"/>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4" name="Slide Number Placeholder 3">
            <a:extLst>
              <a:ext uri="{FF2B5EF4-FFF2-40B4-BE49-F238E27FC236}">
                <a16:creationId xmlns:a16="http://schemas.microsoft.com/office/drawing/2014/main" id="{30CD9A45-1B72-756B-7137-E9617E56D9CB}"/>
              </a:ext>
            </a:extLst>
          </p:cNvPr>
          <p:cNvSpPr>
            <a:spLocks noGrp="1"/>
          </p:cNvSpPr>
          <p:nvPr>
            <p:ph type="sldNum" sz="quarter" idx="16"/>
          </p:nvPr>
        </p:nvSpPr>
        <p:spPr>
          <a:xfrm>
            <a:off x="6253532" y="137965"/>
            <a:ext cx="429207" cy="365125"/>
          </a:xfrm>
        </p:spPr>
        <p:txBody>
          <a:bodyPr/>
          <a:lstStyle>
            <a:lvl1pPr algn="r">
              <a:defRPr/>
            </a:lvl1pPr>
          </a:lstStyle>
          <a:p>
            <a:fld id="{CC057153-B650-4DEB-B370-79DDCFDCE934}" type="slidenum">
              <a:rPr lang="en-US" smtClean="0"/>
              <a:pPr/>
              <a:t>‹#›</a:t>
            </a:fld>
            <a:endParaRPr lang="en-US" dirty="0"/>
          </a:p>
        </p:txBody>
      </p:sp>
      <p:sp>
        <p:nvSpPr>
          <p:cNvPr id="3" name="Footer Placeholder 2">
            <a:extLst>
              <a:ext uri="{FF2B5EF4-FFF2-40B4-BE49-F238E27FC236}">
                <a16:creationId xmlns:a16="http://schemas.microsoft.com/office/drawing/2014/main" id="{1B0FB5F2-FE27-6AC5-6D6E-BC32C64746D0}"/>
              </a:ext>
            </a:extLst>
          </p:cNvPr>
          <p:cNvSpPr>
            <a:spLocks noGrp="1"/>
          </p:cNvSpPr>
          <p:nvPr>
            <p:ph type="ftr" sz="quarter" idx="15"/>
          </p:nvPr>
        </p:nvSpPr>
        <p:spPr>
          <a:xfrm>
            <a:off x="3877334" y="6368780"/>
            <a:ext cx="2805405" cy="365125"/>
          </a:xfrm>
        </p:spPr>
        <p:txBody>
          <a:bodyPr/>
          <a:lstStyle>
            <a:lvl1pPr algn="r">
              <a:defRPr/>
            </a:lvl1pPr>
          </a:lstStyle>
          <a:p>
            <a:r>
              <a:rPr lang="en-US" dirty="0"/>
              <a:t>Sample Footer Text</a:t>
            </a:r>
          </a:p>
        </p:txBody>
      </p:sp>
    </p:spTree>
    <p:extLst>
      <p:ext uri="{BB962C8B-B14F-4D97-AF65-F5344CB8AC3E}">
        <p14:creationId xmlns:p14="http://schemas.microsoft.com/office/powerpoint/2010/main" val="223321955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0" y="320040"/>
            <a:ext cx="6858000" cy="932688"/>
          </a:xfrm>
        </p:spPr>
        <p:txBody>
          <a:bodyPr anchor="b"/>
          <a:lstStyle/>
          <a:p>
            <a:r>
              <a:rPr lang="en-US"/>
              <a:t>Click to edit Master title style</a:t>
            </a:r>
          </a:p>
        </p:txBody>
      </p:sp>
      <p:sp>
        <p:nvSpPr>
          <p:cNvPr id="5" name="Picture Placeholder 4">
            <a:extLst>
              <a:ext uri="{FF2B5EF4-FFF2-40B4-BE49-F238E27FC236}">
                <a16:creationId xmlns:a16="http://schemas.microsoft.com/office/drawing/2014/main" id="{0049159F-9012-DB0A-4C8B-E8072AB0E2F1}"/>
              </a:ext>
            </a:extLst>
          </p:cNvPr>
          <p:cNvSpPr>
            <a:spLocks noGrp="1"/>
          </p:cNvSpPr>
          <p:nvPr>
            <p:ph type="pic" sz="quarter" idx="13"/>
          </p:nvPr>
        </p:nvSpPr>
        <p:spPr>
          <a:xfrm>
            <a:off x="228600" y="1"/>
            <a:ext cx="4023360" cy="6210486"/>
          </a:xfrm>
          <a:custGeom>
            <a:avLst/>
            <a:gdLst>
              <a:gd name="connsiteX0" fmla="*/ 8769 w 4023360"/>
              <a:gd name="connsiteY0" fmla="*/ 0 h 6210486"/>
              <a:gd name="connsiteX1" fmla="*/ 4023360 w 4023360"/>
              <a:gd name="connsiteY1" fmla="*/ 0 h 6210486"/>
              <a:gd name="connsiteX2" fmla="*/ 4023360 w 4023360"/>
              <a:gd name="connsiteY2" fmla="*/ 3428999 h 6210486"/>
              <a:gd name="connsiteX3" fmla="*/ 4011475 w 4023360"/>
              <a:gd name="connsiteY3" fmla="*/ 3428999 h 6210486"/>
              <a:gd name="connsiteX4" fmla="*/ 4011475 w 4023360"/>
              <a:gd name="connsiteY4" fmla="*/ 5856215 h 6210486"/>
              <a:gd name="connsiteX5" fmla="*/ 3670380 w 4023360"/>
              <a:gd name="connsiteY5" fmla="*/ 6210486 h 6210486"/>
              <a:gd name="connsiteX6" fmla="*/ 341095 w 4023360"/>
              <a:gd name="connsiteY6" fmla="*/ 6210486 h 6210486"/>
              <a:gd name="connsiteX7" fmla="*/ 0 w 4023360"/>
              <a:gd name="connsiteY7" fmla="*/ 5856215 h 6210486"/>
              <a:gd name="connsiteX8" fmla="*/ 0 w 4023360"/>
              <a:gd name="connsiteY8" fmla="*/ 1838364 h 6210486"/>
              <a:gd name="connsiteX9" fmla="*/ 6930 w 4023360"/>
              <a:gd name="connsiteY9" fmla="*/ 1766966 h 6210486"/>
              <a:gd name="connsiteX10" fmla="*/ 8769 w 4023360"/>
              <a:gd name="connsiteY10" fmla="*/ 1760812 h 6210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23360" h="6210486">
                <a:moveTo>
                  <a:pt x="8769" y="0"/>
                </a:moveTo>
                <a:lnTo>
                  <a:pt x="4023360" y="0"/>
                </a:lnTo>
                <a:lnTo>
                  <a:pt x="4023360" y="3428999"/>
                </a:lnTo>
                <a:lnTo>
                  <a:pt x="4011475" y="3428999"/>
                </a:lnTo>
                <a:lnTo>
                  <a:pt x="4011475" y="5856215"/>
                </a:lnTo>
                <a:cubicBezTo>
                  <a:pt x="4011475" y="6051873"/>
                  <a:pt x="3858761" y="6210486"/>
                  <a:pt x="3670380" y="6210486"/>
                </a:cubicBezTo>
                <a:lnTo>
                  <a:pt x="341095" y="6210486"/>
                </a:lnTo>
                <a:cubicBezTo>
                  <a:pt x="152714" y="6210486"/>
                  <a:pt x="0" y="6051873"/>
                  <a:pt x="0" y="5856215"/>
                </a:cubicBezTo>
                <a:lnTo>
                  <a:pt x="0" y="1838364"/>
                </a:lnTo>
                <a:cubicBezTo>
                  <a:pt x="0" y="1813907"/>
                  <a:pt x="2386" y="1790028"/>
                  <a:pt x="6930" y="1766966"/>
                </a:cubicBezTo>
                <a:lnTo>
                  <a:pt x="8769" y="1760812"/>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572000" y="1380744"/>
            <a:ext cx="6858000" cy="4983480"/>
          </a:xfrm>
        </p:spPr>
        <p:txBody>
          <a:bodyPr/>
          <a:lstStyle>
            <a:lvl1pPr marL="0" indent="0">
              <a:buNone/>
              <a:defRPr/>
            </a:lvl1pPr>
            <a:lvl2pPr marL="228600" indent="0">
              <a:buNone/>
              <a:defRPr/>
            </a:lvl2pPr>
            <a:lvl3pPr marL="457200" indent="0">
              <a:buNone/>
              <a:defRPr/>
            </a:lvl3pPr>
          </a:lstStyle>
          <a:p>
            <a:pPr lvl="0"/>
            <a:r>
              <a:rPr lang="en-US"/>
              <a:t>Click to edit Master text styles</a:t>
            </a:r>
          </a:p>
          <a:p>
            <a:pPr lvl="1"/>
            <a:r>
              <a:rPr lang="en-US"/>
              <a:t>Second level</a:t>
            </a:r>
          </a:p>
          <a:p>
            <a:pPr lvl="2"/>
            <a:r>
              <a:rPr lang="en-US"/>
              <a:t>Third level</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p:txBody>
          <a:bodyPr/>
          <a:lstStyle/>
          <a:p>
            <a:r>
              <a:rPr lang="en-US" dirty="0"/>
              <a:t>Sample Footer Text</a:t>
            </a:r>
          </a:p>
        </p:txBody>
      </p:sp>
    </p:spTree>
    <p:extLst>
      <p:ext uri="{BB962C8B-B14F-4D97-AF65-F5344CB8AC3E}">
        <p14:creationId xmlns:p14="http://schemas.microsoft.com/office/powerpoint/2010/main" val="29940228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859866" y="647513"/>
            <a:ext cx="6796553" cy="1468815"/>
          </a:xfrm>
        </p:spPr>
        <p:txBody>
          <a:bodyPr anchor="b"/>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C22C7FA0-DB8C-0637-DDE8-BFD794CE7D19}"/>
              </a:ext>
            </a:extLst>
          </p:cNvPr>
          <p:cNvSpPr>
            <a:spLocks noGrp="1"/>
          </p:cNvSpPr>
          <p:nvPr>
            <p:ph type="pic" sz="quarter" idx="13"/>
          </p:nvPr>
        </p:nvSpPr>
        <p:spPr>
          <a:xfrm>
            <a:off x="535580" y="647514"/>
            <a:ext cx="3749041" cy="6210487"/>
          </a:xfrm>
          <a:custGeom>
            <a:avLst/>
            <a:gdLst>
              <a:gd name="connsiteX0" fmla="*/ 350566 w 3749041"/>
              <a:gd name="connsiteY0" fmla="*/ 0 h 6210487"/>
              <a:gd name="connsiteX1" fmla="*/ 3398475 w 3749041"/>
              <a:gd name="connsiteY1" fmla="*/ 0 h 6210487"/>
              <a:gd name="connsiteX2" fmla="*/ 3749041 w 3749041"/>
              <a:gd name="connsiteY2" fmla="*/ 350566 h 6210487"/>
              <a:gd name="connsiteX3" fmla="*/ 3749041 w 3749041"/>
              <a:gd name="connsiteY3" fmla="*/ 1468815 h 6210487"/>
              <a:gd name="connsiteX4" fmla="*/ 3749041 w 3749041"/>
              <a:gd name="connsiteY4" fmla="*/ 2676774 h 6210487"/>
              <a:gd name="connsiteX5" fmla="*/ 3749041 w 3749041"/>
              <a:gd name="connsiteY5" fmla="*/ 6210487 h 6210487"/>
              <a:gd name="connsiteX6" fmla="*/ 2320499 w 3749041"/>
              <a:gd name="connsiteY6" fmla="*/ 6210487 h 6210487"/>
              <a:gd name="connsiteX7" fmla="*/ 2320499 w 3749041"/>
              <a:gd name="connsiteY7" fmla="*/ 6203839 h 6210487"/>
              <a:gd name="connsiteX8" fmla="*/ 0 w 3749041"/>
              <a:gd name="connsiteY8" fmla="*/ 6203839 h 6210487"/>
              <a:gd name="connsiteX9" fmla="*/ 0 w 3749041"/>
              <a:gd name="connsiteY9" fmla="*/ 2676774 h 6210487"/>
              <a:gd name="connsiteX10" fmla="*/ 0 w 3749041"/>
              <a:gd name="connsiteY10" fmla="*/ 1468815 h 6210487"/>
              <a:gd name="connsiteX11" fmla="*/ 0 w 3749041"/>
              <a:gd name="connsiteY11" fmla="*/ 350566 h 6210487"/>
              <a:gd name="connsiteX12" fmla="*/ 350566 w 3749041"/>
              <a:gd name="connsiteY12" fmla="*/ 0 h 6210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49041" h="6210487">
                <a:moveTo>
                  <a:pt x="350566" y="0"/>
                </a:moveTo>
                <a:lnTo>
                  <a:pt x="3398475" y="0"/>
                </a:lnTo>
                <a:cubicBezTo>
                  <a:pt x="3592087" y="0"/>
                  <a:pt x="3749041" y="156954"/>
                  <a:pt x="3749041" y="350566"/>
                </a:cubicBezTo>
                <a:lnTo>
                  <a:pt x="3749041" y="1468815"/>
                </a:lnTo>
                <a:lnTo>
                  <a:pt x="3749041" y="2676774"/>
                </a:lnTo>
                <a:lnTo>
                  <a:pt x="3749041" y="6210487"/>
                </a:lnTo>
                <a:lnTo>
                  <a:pt x="2320499" y="6210487"/>
                </a:lnTo>
                <a:lnTo>
                  <a:pt x="2320499" y="6203839"/>
                </a:lnTo>
                <a:lnTo>
                  <a:pt x="0" y="6203839"/>
                </a:lnTo>
                <a:lnTo>
                  <a:pt x="0" y="2676774"/>
                </a:lnTo>
                <a:lnTo>
                  <a:pt x="0" y="1468815"/>
                </a:lnTo>
                <a:lnTo>
                  <a:pt x="0" y="350566"/>
                </a:lnTo>
                <a:cubicBezTo>
                  <a:pt x="0" y="156954"/>
                  <a:pt x="156954" y="0"/>
                  <a:pt x="350566" y="0"/>
                </a:cubicBez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859866" y="2472266"/>
            <a:ext cx="6796553" cy="3891957"/>
          </a:xfrm>
        </p:spPr>
        <p:txBody>
          <a:bodyPr/>
          <a:lstStyle>
            <a:lvl1pPr marL="0" indent="0">
              <a:buNone/>
              <a:defRPr/>
            </a:lvl1pPr>
            <a:lvl2pPr marL="228600" indent="0">
              <a:buNone/>
              <a:defRPr/>
            </a:lvl2pPr>
            <a:lvl3pPr marL="457200" indent="0">
              <a:buNone/>
              <a:defRPr/>
            </a:lvl3pPr>
          </a:lstStyle>
          <a:p>
            <a:pPr lvl="0"/>
            <a:r>
              <a:rPr lang="en-US"/>
              <a:t>Click to edit Master text styles</a:t>
            </a:r>
          </a:p>
          <a:p>
            <a:pPr lvl="1"/>
            <a:r>
              <a:rPr lang="en-US"/>
              <a:t>Second level</a:t>
            </a:r>
          </a:p>
          <a:p>
            <a:pPr lvl="2"/>
            <a:r>
              <a:rPr lang="en-US"/>
              <a:t>Third level</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p:txBody>
          <a:bodyPr/>
          <a:lstStyle/>
          <a:p>
            <a:r>
              <a:rPr lang="en-US" dirty="0"/>
              <a:t>Sample Footer Text</a:t>
            </a:r>
          </a:p>
        </p:txBody>
      </p:sp>
    </p:spTree>
    <p:extLst>
      <p:ext uri="{BB962C8B-B14F-4D97-AF65-F5344CB8AC3E}">
        <p14:creationId xmlns:p14="http://schemas.microsoft.com/office/powerpoint/2010/main" val="59387950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320040"/>
            <a:ext cx="6858000"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48640" y="1380744"/>
            <a:ext cx="6858000" cy="4983480"/>
          </a:xfrm>
        </p:spPr>
        <p:txBody>
          <a:bodyPr/>
          <a:lstStyle>
            <a:lvl1pPr marL="0" indent="0">
              <a:buNone/>
              <a:defRPr/>
            </a:lvl1pPr>
            <a:lvl2pPr marL="228600" indent="0">
              <a:buNone/>
              <a:defRPr/>
            </a:lvl2pPr>
            <a:lvl3pPr marL="457200" indent="0">
              <a:buNone/>
              <a:defRPr/>
            </a:lvl3pPr>
          </a:lstStyle>
          <a:p>
            <a:pPr lvl="0"/>
            <a:r>
              <a:rPr lang="en-US"/>
              <a:t>Click to edit Master text styles</a:t>
            </a:r>
          </a:p>
          <a:p>
            <a:pPr lvl="1"/>
            <a:r>
              <a:rPr lang="en-US"/>
              <a:t>Second level</a:t>
            </a:r>
          </a:p>
          <a:p>
            <a:pPr lvl="2"/>
            <a:r>
              <a:rPr lang="en-US"/>
              <a:t>Third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4285799" y="6453002"/>
            <a:ext cx="2805405" cy="365125"/>
          </a:xfrm>
        </p:spPr>
        <p:txBody>
          <a:bodyPr/>
          <a:lstStyle/>
          <a:p>
            <a:r>
              <a:rPr lang="en-US" dirty="0"/>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453002"/>
            <a:ext cx="429207" cy="365125"/>
          </a:xfrm>
        </p:spPr>
        <p:txBody>
          <a:bodyPr/>
          <a:lstStyle/>
          <a:p>
            <a:fld id="{CC057153-B650-4DEB-B370-79DDCFDCE934}" type="slidenum">
              <a:rPr lang="en-US" smtClean="0"/>
              <a:t>‹#›</a:t>
            </a:fld>
            <a:endParaRPr lang="en-US" dirty="0"/>
          </a:p>
        </p:txBody>
      </p:sp>
      <p:sp>
        <p:nvSpPr>
          <p:cNvPr id="4" name="Picture Placeholder 3">
            <a:extLst>
              <a:ext uri="{FF2B5EF4-FFF2-40B4-BE49-F238E27FC236}">
                <a16:creationId xmlns:a16="http://schemas.microsoft.com/office/drawing/2014/main" id="{009BDD84-33CF-CB5D-E189-57F1AFC16A95}"/>
              </a:ext>
            </a:extLst>
          </p:cNvPr>
          <p:cNvSpPr>
            <a:spLocks noGrp="1"/>
          </p:cNvSpPr>
          <p:nvPr>
            <p:ph type="pic" sz="quarter" idx="18"/>
          </p:nvPr>
        </p:nvSpPr>
        <p:spPr>
          <a:xfrm>
            <a:off x="7818120" y="1"/>
            <a:ext cx="4023360" cy="6210486"/>
          </a:xfrm>
          <a:custGeom>
            <a:avLst/>
            <a:gdLst>
              <a:gd name="connsiteX0" fmla="*/ 8769 w 4023360"/>
              <a:gd name="connsiteY0" fmla="*/ 0 h 6210486"/>
              <a:gd name="connsiteX1" fmla="*/ 4023360 w 4023360"/>
              <a:gd name="connsiteY1" fmla="*/ 0 h 6210486"/>
              <a:gd name="connsiteX2" fmla="*/ 4023360 w 4023360"/>
              <a:gd name="connsiteY2" fmla="*/ 3428999 h 6210486"/>
              <a:gd name="connsiteX3" fmla="*/ 4011475 w 4023360"/>
              <a:gd name="connsiteY3" fmla="*/ 3428999 h 6210486"/>
              <a:gd name="connsiteX4" fmla="*/ 4011475 w 4023360"/>
              <a:gd name="connsiteY4" fmla="*/ 5856215 h 6210486"/>
              <a:gd name="connsiteX5" fmla="*/ 3670380 w 4023360"/>
              <a:gd name="connsiteY5" fmla="*/ 6210486 h 6210486"/>
              <a:gd name="connsiteX6" fmla="*/ 341095 w 4023360"/>
              <a:gd name="connsiteY6" fmla="*/ 6210486 h 6210486"/>
              <a:gd name="connsiteX7" fmla="*/ 0 w 4023360"/>
              <a:gd name="connsiteY7" fmla="*/ 5856215 h 6210486"/>
              <a:gd name="connsiteX8" fmla="*/ 0 w 4023360"/>
              <a:gd name="connsiteY8" fmla="*/ 1838364 h 6210486"/>
              <a:gd name="connsiteX9" fmla="*/ 6930 w 4023360"/>
              <a:gd name="connsiteY9" fmla="*/ 1766966 h 6210486"/>
              <a:gd name="connsiteX10" fmla="*/ 8769 w 4023360"/>
              <a:gd name="connsiteY10" fmla="*/ 1760812 h 6210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23360" h="6210486">
                <a:moveTo>
                  <a:pt x="8769" y="0"/>
                </a:moveTo>
                <a:lnTo>
                  <a:pt x="4023360" y="0"/>
                </a:lnTo>
                <a:lnTo>
                  <a:pt x="4023360" y="3428999"/>
                </a:lnTo>
                <a:lnTo>
                  <a:pt x="4011475" y="3428999"/>
                </a:lnTo>
                <a:lnTo>
                  <a:pt x="4011475" y="5856215"/>
                </a:lnTo>
                <a:cubicBezTo>
                  <a:pt x="4011475" y="6051873"/>
                  <a:pt x="3858761" y="6210486"/>
                  <a:pt x="3670380" y="6210486"/>
                </a:cubicBezTo>
                <a:lnTo>
                  <a:pt x="341095" y="6210486"/>
                </a:lnTo>
                <a:cubicBezTo>
                  <a:pt x="152714" y="6210486"/>
                  <a:pt x="0" y="6051873"/>
                  <a:pt x="0" y="5856215"/>
                </a:cubicBezTo>
                <a:lnTo>
                  <a:pt x="0" y="1838364"/>
                </a:lnTo>
                <a:cubicBezTo>
                  <a:pt x="0" y="1813907"/>
                  <a:pt x="2386" y="1790028"/>
                  <a:pt x="6930" y="1766966"/>
                </a:cubicBezTo>
                <a:lnTo>
                  <a:pt x="8769" y="1760812"/>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Tree>
    <p:extLst>
      <p:ext uri="{BB962C8B-B14F-4D97-AF65-F5344CB8AC3E}">
        <p14:creationId xmlns:p14="http://schemas.microsoft.com/office/powerpoint/2010/main" val="91302649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53808" y="584339"/>
            <a:ext cx="4361688" cy="1527048"/>
          </a:xfrm>
        </p:spPr>
        <p:txBody>
          <a:bodyPr anchor="b"/>
          <a:lstStyle/>
          <a:p>
            <a:r>
              <a:rPr lang="en-US"/>
              <a:t>Click to edit Master title style</a:t>
            </a:r>
          </a:p>
        </p:txBody>
      </p:sp>
      <p:sp>
        <p:nvSpPr>
          <p:cNvPr id="4" name="Picture Placeholder 3">
            <a:extLst>
              <a:ext uri="{FF2B5EF4-FFF2-40B4-BE49-F238E27FC236}">
                <a16:creationId xmlns:a16="http://schemas.microsoft.com/office/drawing/2014/main" id="{3DF74ED1-55A2-A3E2-BC4A-6AD0936F240D}"/>
              </a:ext>
            </a:extLst>
          </p:cNvPr>
          <p:cNvSpPr>
            <a:spLocks noGrp="1"/>
          </p:cNvSpPr>
          <p:nvPr>
            <p:ph type="pic" sz="quarter" idx="13"/>
          </p:nvPr>
        </p:nvSpPr>
        <p:spPr>
          <a:xfrm>
            <a:off x="0" y="444978"/>
            <a:ext cx="6611508" cy="5968047"/>
          </a:xfrm>
          <a:custGeom>
            <a:avLst/>
            <a:gdLst>
              <a:gd name="connsiteX0" fmla="*/ 0 w 6611508"/>
              <a:gd name="connsiteY0" fmla="*/ 0 h 5968047"/>
              <a:gd name="connsiteX1" fmla="*/ 1579959 w 6611508"/>
              <a:gd name="connsiteY1" fmla="*/ 0 h 5968047"/>
              <a:gd name="connsiteX2" fmla="*/ 4390752 w 6611508"/>
              <a:gd name="connsiteY2" fmla="*/ 0 h 5968047"/>
              <a:gd name="connsiteX3" fmla="*/ 6293021 w 6611508"/>
              <a:gd name="connsiteY3" fmla="*/ 0 h 5968047"/>
              <a:gd name="connsiteX4" fmla="*/ 6611508 w 6611508"/>
              <a:gd name="connsiteY4" fmla="*/ 318488 h 5968047"/>
              <a:gd name="connsiteX5" fmla="*/ 6611508 w 6611508"/>
              <a:gd name="connsiteY5" fmla="*/ 5649560 h 5968047"/>
              <a:gd name="connsiteX6" fmla="*/ 6293021 w 6611508"/>
              <a:gd name="connsiteY6" fmla="*/ 5968047 h 5968047"/>
              <a:gd name="connsiteX7" fmla="*/ 4390752 w 6611508"/>
              <a:gd name="connsiteY7" fmla="*/ 5968047 h 5968047"/>
              <a:gd name="connsiteX8" fmla="*/ 1579959 w 6611508"/>
              <a:gd name="connsiteY8" fmla="*/ 5968047 h 5968047"/>
              <a:gd name="connsiteX9" fmla="*/ 0 w 6611508"/>
              <a:gd name="connsiteY9" fmla="*/ 5968047 h 5968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11508" h="5968047">
                <a:moveTo>
                  <a:pt x="0" y="0"/>
                </a:moveTo>
                <a:lnTo>
                  <a:pt x="1579959" y="0"/>
                </a:lnTo>
                <a:lnTo>
                  <a:pt x="4390752" y="0"/>
                </a:lnTo>
                <a:lnTo>
                  <a:pt x="6293021" y="0"/>
                </a:lnTo>
                <a:cubicBezTo>
                  <a:pt x="6468916" y="0"/>
                  <a:pt x="6611508" y="142592"/>
                  <a:pt x="6611508" y="318488"/>
                </a:cubicBezTo>
                <a:lnTo>
                  <a:pt x="6611508" y="5649560"/>
                </a:lnTo>
                <a:cubicBezTo>
                  <a:pt x="6611508" y="5825455"/>
                  <a:pt x="6468916" y="5968047"/>
                  <a:pt x="6293021" y="5968047"/>
                </a:cubicBezTo>
                <a:lnTo>
                  <a:pt x="4390752" y="5968047"/>
                </a:lnTo>
                <a:lnTo>
                  <a:pt x="1579959" y="5968047"/>
                </a:lnTo>
                <a:lnTo>
                  <a:pt x="0" y="5968047"/>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53745" y="2212975"/>
            <a:ext cx="4362450" cy="4095750"/>
          </a:xfrm>
        </p:spPr>
        <p:txBody>
          <a:bodyPr/>
          <a:lstStyle>
            <a:lvl1pPr marL="0" indent="0">
              <a:buNone/>
              <a:defRPr/>
            </a:lvl1pPr>
            <a:lvl2pPr marL="228600" indent="0">
              <a:buNone/>
              <a:defRPr/>
            </a:lvl2pPr>
            <a:lvl3pPr marL="457200" indent="0">
              <a:buNone/>
              <a:defRPr/>
            </a:lvl3pPr>
            <a:lvl4pPr marL="685800" indent="0">
              <a:buNone/>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324246492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548640"/>
            <a:ext cx="4361688" cy="1527048"/>
          </a:xfrm>
        </p:spPr>
        <p:txBody>
          <a:bodyPr anchor="b"/>
          <a:lstStyle>
            <a:lvl1pPr>
              <a:defRPr>
                <a:solidFill>
                  <a:schemeClr val="accent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48640" y="2194560"/>
            <a:ext cx="4360863" cy="4095750"/>
          </a:xfrm>
        </p:spPr>
        <p:txBody>
          <a:bodyPr/>
          <a:lstStyle>
            <a:lvl1pPr marL="0" indent="0">
              <a:buNone/>
              <a:defRPr/>
            </a:lvl1pPr>
            <a:lvl2pPr marL="228600" indent="0">
              <a:buNone/>
              <a:defRPr/>
            </a:lvl2pPr>
            <a:lvl3pPr marL="457200" indent="0">
              <a:buNone/>
              <a:defRPr/>
            </a:lvl3pPr>
            <a:lvl4pPr marL="685800" indent="0">
              <a:buNone/>
              <a:defRPr/>
            </a:lvl4pPr>
          </a:lstStyle>
          <a:p>
            <a:pPr lvl="0"/>
            <a:r>
              <a:rPr lang="en-US"/>
              <a:t>Click to edit Master text styles</a:t>
            </a:r>
          </a:p>
          <a:p>
            <a:pPr lvl="1"/>
            <a:r>
              <a:rPr lang="en-US"/>
              <a:t>Second level</a:t>
            </a:r>
          </a:p>
          <a:p>
            <a:pPr lvl="2"/>
            <a:r>
              <a:rPr lang="en-US"/>
              <a:t>Third level</a:t>
            </a:r>
          </a:p>
        </p:txBody>
      </p:sp>
      <p:sp>
        <p:nvSpPr>
          <p:cNvPr id="9" name="Picture Placeholder 8">
            <a:extLst>
              <a:ext uri="{FF2B5EF4-FFF2-40B4-BE49-F238E27FC236}">
                <a16:creationId xmlns:a16="http://schemas.microsoft.com/office/drawing/2014/main" id="{6910D416-51D0-8D73-051A-85B7B2B28634}"/>
              </a:ext>
            </a:extLst>
          </p:cNvPr>
          <p:cNvSpPr>
            <a:spLocks noGrp="1"/>
          </p:cNvSpPr>
          <p:nvPr>
            <p:ph type="pic" sz="quarter" idx="13"/>
          </p:nvPr>
        </p:nvSpPr>
        <p:spPr>
          <a:xfrm>
            <a:off x="6828440" y="996696"/>
            <a:ext cx="5363561" cy="4864608"/>
          </a:xfrm>
          <a:custGeom>
            <a:avLst/>
            <a:gdLst>
              <a:gd name="connsiteX0" fmla="*/ 318975 w 5363561"/>
              <a:gd name="connsiteY0" fmla="*/ 0 h 4864608"/>
              <a:gd name="connsiteX1" fmla="*/ 2154923 w 5363561"/>
              <a:gd name="connsiteY1" fmla="*/ 0 h 4864608"/>
              <a:gd name="connsiteX2" fmla="*/ 3964871 w 5363561"/>
              <a:gd name="connsiteY2" fmla="*/ 0 h 4864608"/>
              <a:gd name="connsiteX3" fmla="*/ 5363561 w 5363561"/>
              <a:gd name="connsiteY3" fmla="*/ 0 h 4864608"/>
              <a:gd name="connsiteX4" fmla="*/ 5363561 w 5363561"/>
              <a:gd name="connsiteY4" fmla="*/ 4864608 h 4864608"/>
              <a:gd name="connsiteX5" fmla="*/ 2154923 w 5363561"/>
              <a:gd name="connsiteY5" fmla="*/ 4864608 h 4864608"/>
              <a:gd name="connsiteX6" fmla="*/ 2154923 w 5363561"/>
              <a:gd name="connsiteY6" fmla="*/ 4859591 h 4864608"/>
              <a:gd name="connsiteX7" fmla="*/ 318975 w 5363561"/>
              <a:gd name="connsiteY7" fmla="*/ 4859591 h 4864608"/>
              <a:gd name="connsiteX8" fmla="*/ 0 w 5363561"/>
              <a:gd name="connsiteY8" fmla="*/ 4540616 h 4864608"/>
              <a:gd name="connsiteX9" fmla="*/ 0 w 5363561"/>
              <a:gd name="connsiteY9" fmla="*/ 318975 h 4864608"/>
              <a:gd name="connsiteX10" fmla="*/ 318975 w 5363561"/>
              <a:gd name="connsiteY10" fmla="*/ 0 h 4864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3561" h="4864608">
                <a:moveTo>
                  <a:pt x="318975" y="0"/>
                </a:moveTo>
                <a:lnTo>
                  <a:pt x="2154923" y="0"/>
                </a:lnTo>
                <a:lnTo>
                  <a:pt x="3964871" y="0"/>
                </a:lnTo>
                <a:lnTo>
                  <a:pt x="5363561" y="0"/>
                </a:lnTo>
                <a:lnTo>
                  <a:pt x="5363561" y="4864608"/>
                </a:lnTo>
                <a:lnTo>
                  <a:pt x="2154923" y="4864608"/>
                </a:lnTo>
                <a:lnTo>
                  <a:pt x="2154923" y="4859591"/>
                </a:lnTo>
                <a:lnTo>
                  <a:pt x="318975" y="4859591"/>
                </a:lnTo>
                <a:cubicBezTo>
                  <a:pt x="142810" y="4859591"/>
                  <a:pt x="0" y="4716781"/>
                  <a:pt x="0" y="4540616"/>
                </a:cubicBezTo>
                <a:lnTo>
                  <a:pt x="0" y="318975"/>
                </a:lnTo>
                <a:cubicBezTo>
                  <a:pt x="0" y="142810"/>
                  <a:pt x="142810" y="0"/>
                  <a:pt x="318975" y="0"/>
                </a:cubicBez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12" name="Slide Number Placeholder 11">
            <a:extLst>
              <a:ext uri="{FF2B5EF4-FFF2-40B4-BE49-F238E27FC236}">
                <a16:creationId xmlns:a16="http://schemas.microsoft.com/office/drawing/2014/main" id="{FC2950FE-5880-69E0-6E51-5FEE346A49BB}"/>
              </a:ext>
            </a:extLst>
          </p:cNvPr>
          <p:cNvSpPr>
            <a:spLocks noGrp="1"/>
          </p:cNvSpPr>
          <p:nvPr>
            <p:ph type="sldNum" sz="quarter" idx="16"/>
          </p:nvPr>
        </p:nvSpPr>
        <p:spPr/>
        <p:txBody>
          <a:bodyPr/>
          <a:lstStyle/>
          <a:p>
            <a:fld id="{CC057153-B650-4DEB-B370-79DDCFDCE934}" type="slidenum">
              <a:rPr lang="en-US" smtClean="0"/>
              <a:t>‹#›</a:t>
            </a:fld>
            <a:endParaRPr lang="en-US" dirty="0"/>
          </a:p>
        </p:txBody>
      </p:sp>
      <p:sp>
        <p:nvSpPr>
          <p:cNvPr id="10" name="Footer Placeholder 9">
            <a:extLst>
              <a:ext uri="{FF2B5EF4-FFF2-40B4-BE49-F238E27FC236}">
                <a16:creationId xmlns:a16="http://schemas.microsoft.com/office/drawing/2014/main" id="{B9A96CF5-E431-076C-2AB1-270F11C74DFC}"/>
              </a:ext>
            </a:extLst>
          </p:cNvPr>
          <p:cNvSpPr>
            <a:spLocks noGrp="1"/>
          </p:cNvSpPr>
          <p:nvPr>
            <p:ph type="ftr" sz="quarter" idx="15"/>
          </p:nvPr>
        </p:nvSpPr>
        <p:spPr/>
        <p:txBody>
          <a:bodyPr/>
          <a:lstStyle/>
          <a:p>
            <a:r>
              <a:rPr lang="en-US" dirty="0"/>
              <a:t>Sample Footer Text</a:t>
            </a:r>
          </a:p>
        </p:txBody>
      </p:sp>
    </p:spTree>
    <p:extLst>
      <p:ext uri="{BB962C8B-B14F-4D97-AF65-F5344CB8AC3E}">
        <p14:creationId xmlns:p14="http://schemas.microsoft.com/office/powerpoint/2010/main" val="318305373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996697"/>
            <a:ext cx="5779081" cy="2264652"/>
          </a:xfrm>
        </p:spPr>
        <p:txBody>
          <a:bodyPr anchor="b" anchorCtr="0"/>
          <a:lstStyle>
            <a:lvl1pPr>
              <a:defRPr>
                <a:solidFill>
                  <a:schemeClr val="accent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48640" y="3538728"/>
            <a:ext cx="5777953" cy="2322575"/>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Picture Placeholder 8">
            <a:extLst>
              <a:ext uri="{FF2B5EF4-FFF2-40B4-BE49-F238E27FC236}">
                <a16:creationId xmlns:a16="http://schemas.microsoft.com/office/drawing/2014/main" id="{6910D416-51D0-8D73-051A-85B7B2B28634}"/>
              </a:ext>
            </a:extLst>
          </p:cNvPr>
          <p:cNvSpPr>
            <a:spLocks noGrp="1"/>
          </p:cNvSpPr>
          <p:nvPr>
            <p:ph type="pic" sz="quarter" idx="13"/>
          </p:nvPr>
        </p:nvSpPr>
        <p:spPr>
          <a:xfrm>
            <a:off x="6828440" y="996696"/>
            <a:ext cx="5363561" cy="4864608"/>
          </a:xfrm>
          <a:custGeom>
            <a:avLst/>
            <a:gdLst>
              <a:gd name="connsiteX0" fmla="*/ 318975 w 5363561"/>
              <a:gd name="connsiteY0" fmla="*/ 0 h 4864608"/>
              <a:gd name="connsiteX1" fmla="*/ 2154923 w 5363561"/>
              <a:gd name="connsiteY1" fmla="*/ 0 h 4864608"/>
              <a:gd name="connsiteX2" fmla="*/ 3964871 w 5363561"/>
              <a:gd name="connsiteY2" fmla="*/ 0 h 4864608"/>
              <a:gd name="connsiteX3" fmla="*/ 5363561 w 5363561"/>
              <a:gd name="connsiteY3" fmla="*/ 0 h 4864608"/>
              <a:gd name="connsiteX4" fmla="*/ 5363561 w 5363561"/>
              <a:gd name="connsiteY4" fmla="*/ 4864608 h 4864608"/>
              <a:gd name="connsiteX5" fmla="*/ 2154923 w 5363561"/>
              <a:gd name="connsiteY5" fmla="*/ 4864608 h 4864608"/>
              <a:gd name="connsiteX6" fmla="*/ 2154923 w 5363561"/>
              <a:gd name="connsiteY6" fmla="*/ 4859591 h 4864608"/>
              <a:gd name="connsiteX7" fmla="*/ 318975 w 5363561"/>
              <a:gd name="connsiteY7" fmla="*/ 4859591 h 4864608"/>
              <a:gd name="connsiteX8" fmla="*/ 0 w 5363561"/>
              <a:gd name="connsiteY8" fmla="*/ 4540616 h 4864608"/>
              <a:gd name="connsiteX9" fmla="*/ 0 w 5363561"/>
              <a:gd name="connsiteY9" fmla="*/ 318975 h 4864608"/>
              <a:gd name="connsiteX10" fmla="*/ 318975 w 5363561"/>
              <a:gd name="connsiteY10" fmla="*/ 0 h 4864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3561" h="4864608">
                <a:moveTo>
                  <a:pt x="318975" y="0"/>
                </a:moveTo>
                <a:lnTo>
                  <a:pt x="2154923" y="0"/>
                </a:lnTo>
                <a:lnTo>
                  <a:pt x="3964871" y="0"/>
                </a:lnTo>
                <a:lnTo>
                  <a:pt x="5363561" y="0"/>
                </a:lnTo>
                <a:lnTo>
                  <a:pt x="5363561" y="4864608"/>
                </a:lnTo>
                <a:lnTo>
                  <a:pt x="2154923" y="4864608"/>
                </a:lnTo>
                <a:lnTo>
                  <a:pt x="2154923" y="4859591"/>
                </a:lnTo>
                <a:lnTo>
                  <a:pt x="318975" y="4859591"/>
                </a:lnTo>
                <a:cubicBezTo>
                  <a:pt x="142810" y="4859591"/>
                  <a:pt x="0" y="4716781"/>
                  <a:pt x="0" y="4540616"/>
                </a:cubicBezTo>
                <a:lnTo>
                  <a:pt x="0" y="318975"/>
                </a:lnTo>
                <a:cubicBezTo>
                  <a:pt x="0" y="142810"/>
                  <a:pt x="142810" y="0"/>
                  <a:pt x="318975" y="0"/>
                </a:cubicBez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4" name="Slide Number Placeholder 3">
            <a:extLst>
              <a:ext uri="{FF2B5EF4-FFF2-40B4-BE49-F238E27FC236}">
                <a16:creationId xmlns:a16="http://schemas.microsoft.com/office/drawing/2014/main" id="{DEF766A3-B508-7646-C366-0A8B2B74F045}"/>
              </a:ext>
            </a:extLst>
          </p:cNvPr>
          <p:cNvSpPr>
            <a:spLocks noGrp="1"/>
          </p:cNvSpPr>
          <p:nvPr>
            <p:ph type="sldNum" sz="quarter" idx="16"/>
          </p:nvPr>
        </p:nvSpPr>
        <p:spPr/>
        <p:txBody>
          <a:bodyPr/>
          <a:lstStyle/>
          <a:p>
            <a:fld id="{CC057153-B650-4DEB-B370-79DDCFDCE934}" type="slidenum">
              <a:rPr lang="en-US" smtClean="0"/>
              <a:t>‹#›</a:t>
            </a:fld>
            <a:endParaRPr lang="en-US" dirty="0"/>
          </a:p>
        </p:txBody>
      </p:sp>
      <p:sp>
        <p:nvSpPr>
          <p:cNvPr id="3" name="Footer Placeholder 2">
            <a:extLst>
              <a:ext uri="{FF2B5EF4-FFF2-40B4-BE49-F238E27FC236}">
                <a16:creationId xmlns:a16="http://schemas.microsoft.com/office/drawing/2014/main" id="{EC39C096-E57C-1958-6BE2-29A089B74A0D}"/>
              </a:ext>
            </a:extLst>
          </p:cNvPr>
          <p:cNvSpPr>
            <a:spLocks noGrp="1"/>
          </p:cNvSpPr>
          <p:nvPr>
            <p:ph type="ftr" sz="quarter" idx="15"/>
          </p:nvPr>
        </p:nvSpPr>
        <p:spPr/>
        <p:txBody>
          <a:bodyPr/>
          <a:lstStyle/>
          <a:p>
            <a:r>
              <a:rPr lang="en-US" dirty="0"/>
              <a:t>Sample Footer Text</a:t>
            </a:r>
          </a:p>
        </p:txBody>
      </p:sp>
    </p:spTree>
    <p:extLst>
      <p:ext uri="{BB962C8B-B14F-4D97-AF65-F5344CB8AC3E}">
        <p14:creationId xmlns:p14="http://schemas.microsoft.com/office/powerpoint/2010/main" val="419980861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320040"/>
            <a:ext cx="4522936" cy="932688"/>
          </a:xfrm>
        </p:spPr>
        <p:txBody>
          <a:bodyPr anchor="b"/>
          <a:lstStyle>
            <a:lvl1pPr>
              <a:defRPr sz="3200">
                <a:solidFill>
                  <a:schemeClr val="accent1"/>
                </a:solidFill>
              </a:defRPr>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18842B10-A221-5366-C461-425DDE7EE020}"/>
              </a:ext>
            </a:extLst>
          </p:cNvPr>
          <p:cNvSpPr>
            <a:spLocks noGrp="1"/>
          </p:cNvSpPr>
          <p:nvPr>
            <p:ph type="pic" sz="quarter" idx="13"/>
          </p:nvPr>
        </p:nvSpPr>
        <p:spPr>
          <a:xfrm>
            <a:off x="1" y="498809"/>
            <a:ext cx="6492236" cy="5860385"/>
          </a:xfrm>
          <a:custGeom>
            <a:avLst/>
            <a:gdLst>
              <a:gd name="connsiteX0" fmla="*/ 0 w 6492236"/>
              <a:gd name="connsiteY0" fmla="*/ 0 h 5860385"/>
              <a:gd name="connsiteX1" fmla="*/ 1551455 w 6492236"/>
              <a:gd name="connsiteY1" fmla="*/ 0 h 5860385"/>
              <a:gd name="connsiteX2" fmla="*/ 4311542 w 6492236"/>
              <a:gd name="connsiteY2" fmla="*/ 0 h 5860385"/>
              <a:gd name="connsiteX3" fmla="*/ 6179494 w 6492236"/>
              <a:gd name="connsiteY3" fmla="*/ 0 h 5860385"/>
              <a:gd name="connsiteX4" fmla="*/ 6492236 w 6492236"/>
              <a:gd name="connsiteY4" fmla="*/ 312742 h 5860385"/>
              <a:gd name="connsiteX5" fmla="*/ 6492236 w 6492236"/>
              <a:gd name="connsiteY5" fmla="*/ 5547643 h 5860385"/>
              <a:gd name="connsiteX6" fmla="*/ 6179494 w 6492236"/>
              <a:gd name="connsiteY6" fmla="*/ 5860385 h 5860385"/>
              <a:gd name="connsiteX7" fmla="*/ 4311542 w 6492236"/>
              <a:gd name="connsiteY7" fmla="*/ 5860385 h 5860385"/>
              <a:gd name="connsiteX8" fmla="*/ 1551455 w 6492236"/>
              <a:gd name="connsiteY8" fmla="*/ 5860385 h 5860385"/>
              <a:gd name="connsiteX9" fmla="*/ 0 w 6492236"/>
              <a:gd name="connsiteY9" fmla="*/ 5860385 h 5860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92236" h="5860385">
                <a:moveTo>
                  <a:pt x="0" y="0"/>
                </a:moveTo>
                <a:lnTo>
                  <a:pt x="1551455" y="0"/>
                </a:lnTo>
                <a:lnTo>
                  <a:pt x="4311542" y="0"/>
                </a:lnTo>
                <a:lnTo>
                  <a:pt x="6179494" y="0"/>
                </a:lnTo>
                <a:cubicBezTo>
                  <a:pt x="6352217" y="0"/>
                  <a:pt x="6492236" y="140020"/>
                  <a:pt x="6492236" y="312742"/>
                </a:cubicBezTo>
                <a:lnTo>
                  <a:pt x="6492236" y="5547643"/>
                </a:lnTo>
                <a:cubicBezTo>
                  <a:pt x="6492236" y="5720366"/>
                  <a:pt x="6352217" y="5860385"/>
                  <a:pt x="6179494" y="5860385"/>
                </a:cubicBezTo>
                <a:lnTo>
                  <a:pt x="4311542" y="5860385"/>
                </a:lnTo>
                <a:lnTo>
                  <a:pt x="1551455" y="5860385"/>
                </a:lnTo>
                <a:lnTo>
                  <a:pt x="0" y="5860385"/>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8" y="1380744"/>
            <a:ext cx="4512601" cy="4983480"/>
          </a:xfrm>
        </p:spPr>
        <p:txBody>
          <a:bodyPr/>
          <a:lstStyle>
            <a:lvl1pPr marL="0" indent="0">
              <a:buNone/>
              <a:defRPr/>
            </a:lvl1pPr>
            <a:lvl2pPr marL="228600" indent="0">
              <a:buNone/>
              <a:defRPr/>
            </a:lvl2pPr>
            <a:lvl3pPr marL="457200" indent="0">
              <a:buNone/>
              <a:defRPr/>
            </a:lvl3pPr>
            <a:lvl4pPr marL="685800" indent="0">
              <a:buNone/>
              <a:defRPr/>
            </a:lvl4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85776627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320040"/>
            <a:ext cx="4572000" cy="932688"/>
          </a:xfrm>
        </p:spPr>
        <p:txBody>
          <a:bodyPr anchor="b"/>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4" y="1380744"/>
            <a:ext cx="4572000" cy="498348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4" name="Slide Number Placeholder 3">
            <a:extLst>
              <a:ext uri="{FF2B5EF4-FFF2-40B4-BE49-F238E27FC236}">
                <a16:creationId xmlns:a16="http://schemas.microsoft.com/office/drawing/2014/main" id="{8B378358-FF6F-B176-7099-1A13C4AD2944}"/>
              </a:ext>
            </a:extLst>
          </p:cNvPr>
          <p:cNvSpPr>
            <a:spLocks noGrp="1"/>
          </p:cNvSpPr>
          <p:nvPr>
            <p:ph type="sldNum" sz="quarter" idx="16"/>
          </p:nvPr>
        </p:nvSpPr>
        <p:spPr>
          <a:xfrm>
            <a:off x="5202933" y="137965"/>
            <a:ext cx="429207" cy="365125"/>
          </a:xfrm>
        </p:spPr>
        <p:txBody>
          <a:bodyPr/>
          <a:lstStyle/>
          <a:p>
            <a:fld id="{CC057153-B650-4DEB-B370-79DDCFDCE934}" type="slidenum">
              <a:rPr lang="en-US" smtClean="0"/>
              <a:pPr/>
              <a:t>‹#›</a:t>
            </a:fld>
            <a:endParaRPr lang="en-US" dirty="0"/>
          </a:p>
        </p:txBody>
      </p:sp>
      <p:sp>
        <p:nvSpPr>
          <p:cNvPr id="3" name="Footer Placeholder 2">
            <a:extLst>
              <a:ext uri="{FF2B5EF4-FFF2-40B4-BE49-F238E27FC236}">
                <a16:creationId xmlns:a16="http://schemas.microsoft.com/office/drawing/2014/main" id="{E2A75D03-F042-C852-E855-C802ABBBA945}"/>
              </a:ext>
            </a:extLst>
          </p:cNvPr>
          <p:cNvSpPr>
            <a:spLocks noGrp="1"/>
          </p:cNvSpPr>
          <p:nvPr>
            <p:ph type="ftr" sz="quarter" idx="15"/>
          </p:nvPr>
        </p:nvSpPr>
        <p:spPr>
          <a:xfrm>
            <a:off x="2826735" y="6368780"/>
            <a:ext cx="2805405" cy="365125"/>
          </a:xfrm>
        </p:spPr>
        <p:txBody>
          <a:bodyPr/>
          <a:lstStyle/>
          <a:p>
            <a:r>
              <a:rPr lang="en-US" dirty="0"/>
              <a:t>Sample Footer Text</a:t>
            </a:r>
          </a:p>
        </p:txBody>
      </p:sp>
      <p:sp>
        <p:nvSpPr>
          <p:cNvPr id="9" name="Picture Placeholder 8">
            <a:extLst>
              <a:ext uri="{FF2B5EF4-FFF2-40B4-BE49-F238E27FC236}">
                <a16:creationId xmlns:a16="http://schemas.microsoft.com/office/drawing/2014/main" id="{6A07F02F-15D0-1F8B-17EF-68EDD9530599}"/>
              </a:ext>
            </a:extLst>
          </p:cNvPr>
          <p:cNvSpPr>
            <a:spLocks noGrp="1"/>
          </p:cNvSpPr>
          <p:nvPr>
            <p:ph type="pic" sz="quarter" idx="13"/>
          </p:nvPr>
        </p:nvSpPr>
        <p:spPr>
          <a:xfrm>
            <a:off x="5917720" y="597182"/>
            <a:ext cx="6274279" cy="5663639"/>
          </a:xfrm>
          <a:custGeom>
            <a:avLst/>
            <a:gdLst>
              <a:gd name="connsiteX0" fmla="*/ 302243 w 6274279"/>
              <a:gd name="connsiteY0" fmla="*/ 0 h 5663639"/>
              <a:gd name="connsiteX1" fmla="*/ 2107483 w 6274279"/>
              <a:gd name="connsiteY1" fmla="*/ 0 h 5663639"/>
              <a:gd name="connsiteX2" fmla="*/ 4774908 w 6274279"/>
              <a:gd name="connsiteY2" fmla="*/ 0 h 5663639"/>
              <a:gd name="connsiteX3" fmla="*/ 6274279 w 6274279"/>
              <a:gd name="connsiteY3" fmla="*/ 0 h 5663639"/>
              <a:gd name="connsiteX4" fmla="*/ 6274279 w 6274279"/>
              <a:gd name="connsiteY4" fmla="*/ 5663639 h 5663639"/>
              <a:gd name="connsiteX5" fmla="*/ 4774908 w 6274279"/>
              <a:gd name="connsiteY5" fmla="*/ 5663639 h 5663639"/>
              <a:gd name="connsiteX6" fmla="*/ 2107483 w 6274279"/>
              <a:gd name="connsiteY6" fmla="*/ 5663639 h 5663639"/>
              <a:gd name="connsiteX7" fmla="*/ 302243 w 6274279"/>
              <a:gd name="connsiteY7" fmla="*/ 5663639 h 5663639"/>
              <a:gd name="connsiteX8" fmla="*/ 0 w 6274279"/>
              <a:gd name="connsiteY8" fmla="*/ 5361397 h 5663639"/>
              <a:gd name="connsiteX9" fmla="*/ 0 w 6274279"/>
              <a:gd name="connsiteY9" fmla="*/ 302243 h 5663639"/>
              <a:gd name="connsiteX10" fmla="*/ 302243 w 6274279"/>
              <a:gd name="connsiteY10" fmla="*/ 0 h 5663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74279" h="5663639">
                <a:moveTo>
                  <a:pt x="302243" y="0"/>
                </a:moveTo>
                <a:lnTo>
                  <a:pt x="2107483" y="0"/>
                </a:lnTo>
                <a:lnTo>
                  <a:pt x="4774908" y="0"/>
                </a:lnTo>
                <a:lnTo>
                  <a:pt x="6274279" y="0"/>
                </a:lnTo>
                <a:lnTo>
                  <a:pt x="6274279" y="5663639"/>
                </a:lnTo>
                <a:lnTo>
                  <a:pt x="4774908" y="5663639"/>
                </a:lnTo>
                <a:lnTo>
                  <a:pt x="2107483" y="5663639"/>
                </a:lnTo>
                <a:lnTo>
                  <a:pt x="302243" y="5663639"/>
                </a:lnTo>
                <a:cubicBezTo>
                  <a:pt x="135319" y="5663639"/>
                  <a:pt x="0" y="5528320"/>
                  <a:pt x="0" y="5361397"/>
                </a:cubicBezTo>
                <a:lnTo>
                  <a:pt x="0" y="302243"/>
                </a:lnTo>
                <a:cubicBezTo>
                  <a:pt x="0" y="135319"/>
                  <a:pt x="135319" y="0"/>
                  <a:pt x="302243" y="0"/>
                </a:cubicBez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Tree>
    <p:extLst>
      <p:ext uri="{BB962C8B-B14F-4D97-AF65-F5344CB8AC3E}">
        <p14:creationId xmlns:p14="http://schemas.microsoft.com/office/powerpoint/2010/main" val="166911035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3" y="583413"/>
            <a:ext cx="3401568" cy="1527048"/>
          </a:xfrm>
        </p:spPr>
        <p:txBody>
          <a:bodyPr anchor="b">
            <a:normAutofit/>
          </a:bodyPr>
          <a:lstStyle>
            <a:lvl1pPr>
              <a:defRPr sz="3200"/>
            </a:lvl1pPr>
          </a:lstStyle>
          <a:p>
            <a:r>
              <a:rPr lang="en-US"/>
              <a:t>Click to edit Master title style</a:t>
            </a:r>
          </a:p>
        </p:txBody>
      </p:sp>
      <p:sp>
        <p:nvSpPr>
          <p:cNvPr id="12" name="Picture Placeholder 11">
            <a:extLst>
              <a:ext uri="{FF2B5EF4-FFF2-40B4-BE49-F238E27FC236}">
                <a16:creationId xmlns:a16="http://schemas.microsoft.com/office/drawing/2014/main" id="{52ADF55C-2EE8-1FD6-AB77-FE6A1AB0EEF7}"/>
              </a:ext>
            </a:extLst>
          </p:cNvPr>
          <p:cNvSpPr>
            <a:spLocks noGrp="1"/>
          </p:cNvSpPr>
          <p:nvPr>
            <p:ph type="pic" sz="quarter" idx="13"/>
          </p:nvPr>
        </p:nvSpPr>
        <p:spPr>
          <a:xfrm>
            <a:off x="1" y="500949"/>
            <a:ext cx="7584143" cy="5861304"/>
          </a:xfrm>
          <a:custGeom>
            <a:avLst/>
            <a:gdLst>
              <a:gd name="connsiteX0" fmla="*/ 0 w 7584143"/>
              <a:gd name="connsiteY0" fmla="*/ 0 h 5861304"/>
              <a:gd name="connsiteX1" fmla="*/ 2330244 w 7584143"/>
              <a:gd name="connsiteY1" fmla="*/ 0 h 5861304"/>
              <a:gd name="connsiteX2" fmla="*/ 2330244 w 7584143"/>
              <a:gd name="connsiteY2" fmla="*/ 460 h 5861304"/>
              <a:gd name="connsiteX3" fmla="*/ 2643362 w 7584143"/>
              <a:gd name="connsiteY3" fmla="*/ 460 h 5861304"/>
              <a:gd name="connsiteX4" fmla="*/ 5403449 w 7584143"/>
              <a:gd name="connsiteY4" fmla="*/ 460 h 5861304"/>
              <a:gd name="connsiteX5" fmla="*/ 7271401 w 7584143"/>
              <a:gd name="connsiteY5" fmla="*/ 460 h 5861304"/>
              <a:gd name="connsiteX6" fmla="*/ 7584143 w 7584143"/>
              <a:gd name="connsiteY6" fmla="*/ 313202 h 5861304"/>
              <a:gd name="connsiteX7" fmla="*/ 7584143 w 7584143"/>
              <a:gd name="connsiteY7" fmla="*/ 5548103 h 5861304"/>
              <a:gd name="connsiteX8" fmla="*/ 7271401 w 7584143"/>
              <a:gd name="connsiteY8" fmla="*/ 5860845 h 5861304"/>
              <a:gd name="connsiteX9" fmla="*/ 5403449 w 7584143"/>
              <a:gd name="connsiteY9" fmla="*/ 5860845 h 5861304"/>
              <a:gd name="connsiteX10" fmla="*/ 2643362 w 7584143"/>
              <a:gd name="connsiteY10" fmla="*/ 5860845 h 5861304"/>
              <a:gd name="connsiteX11" fmla="*/ 2330244 w 7584143"/>
              <a:gd name="connsiteY11" fmla="*/ 5860845 h 5861304"/>
              <a:gd name="connsiteX12" fmla="*/ 2330244 w 7584143"/>
              <a:gd name="connsiteY12" fmla="*/ 5861304 h 5861304"/>
              <a:gd name="connsiteX13" fmla="*/ 0 w 7584143"/>
              <a:gd name="connsiteY13" fmla="*/ 5861304 h 5861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584143" h="5861304">
                <a:moveTo>
                  <a:pt x="0" y="0"/>
                </a:moveTo>
                <a:lnTo>
                  <a:pt x="2330244" y="0"/>
                </a:lnTo>
                <a:lnTo>
                  <a:pt x="2330244" y="460"/>
                </a:lnTo>
                <a:lnTo>
                  <a:pt x="2643362" y="460"/>
                </a:lnTo>
                <a:lnTo>
                  <a:pt x="5403449" y="460"/>
                </a:lnTo>
                <a:lnTo>
                  <a:pt x="7271401" y="460"/>
                </a:lnTo>
                <a:cubicBezTo>
                  <a:pt x="7444124" y="460"/>
                  <a:pt x="7584143" y="140480"/>
                  <a:pt x="7584143" y="313202"/>
                </a:cubicBezTo>
                <a:lnTo>
                  <a:pt x="7584143" y="5548103"/>
                </a:lnTo>
                <a:cubicBezTo>
                  <a:pt x="7584143" y="5720826"/>
                  <a:pt x="7444124" y="5860845"/>
                  <a:pt x="7271401" y="5860845"/>
                </a:cubicBezTo>
                <a:lnTo>
                  <a:pt x="5403449" y="5860845"/>
                </a:lnTo>
                <a:lnTo>
                  <a:pt x="2643362" y="5860845"/>
                </a:lnTo>
                <a:lnTo>
                  <a:pt x="2330244" y="5860845"/>
                </a:lnTo>
                <a:lnTo>
                  <a:pt x="2330244" y="5861304"/>
                </a:lnTo>
                <a:lnTo>
                  <a:pt x="0" y="5861304"/>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0" y="2212975"/>
            <a:ext cx="3401568" cy="409575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4" name="Slide Number Placeholder 3">
            <a:extLst>
              <a:ext uri="{FF2B5EF4-FFF2-40B4-BE49-F238E27FC236}">
                <a16:creationId xmlns:a16="http://schemas.microsoft.com/office/drawing/2014/main" id="{2741E025-4B4E-790A-70F2-EBDF57CDBF1A}"/>
              </a:ext>
            </a:extLst>
          </p:cNvPr>
          <p:cNvSpPr>
            <a:spLocks noGrp="1"/>
          </p:cNvSpPr>
          <p:nvPr>
            <p:ph type="sldNum" sz="quarter" idx="16"/>
          </p:nvPr>
        </p:nvSpPr>
        <p:spPr/>
        <p:txBody>
          <a:bodyPr/>
          <a:lstStyle/>
          <a:p>
            <a:fld id="{CC057153-B650-4DEB-B370-79DDCFDCE934}" type="slidenum">
              <a:rPr lang="en-US" smtClean="0"/>
              <a:pPr/>
              <a:t>‹#›</a:t>
            </a:fld>
            <a:endParaRPr lang="en-US" dirty="0"/>
          </a:p>
        </p:txBody>
      </p:sp>
      <p:sp>
        <p:nvSpPr>
          <p:cNvPr id="3" name="Footer Placeholder 2">
            <a:extLst>
              <a:ext uri="{FF2B5EF4-FFF2-40B4-BE49-F238E27FC236}">
                <a16:creationId xmlns:a16="http://schemas.microsoft.com/office/drawing/2014/main" id="{6A8DB5AF-1AC5-9914-BD02-F8CDB144813F}"/>
              </a:ext>
            </a:extLst>
          </p:cNvPr>
          <p:cNvSpPr>
            <a:spLocks noGrp="1"/>
          </p:cNvSpPr>
          <p:nvPr>
            <p:ph type="ftr" sz="quarter" idx="15"/>
          </p:nvPr>
        </p:nvSpPr>
        <p:spPr/>
        <p:txBody>
          <a:bodyPr/>
          <a:lstStyle/>
          <a:p>
            <a:r>
              <a:rPr lang="en-US" dirty="0"/>
              <a:t>Sample Footer Text</a:t>
            </a:r>
          </a:p>
        </p:txBody>
      </p:sp>
    </p:spTree>
    <p:extLst>
      <p:ext uri="{BB962C8B-B14F-4D97-AF65-F5344CB8AC3E}">
        <p14:creationId xmlns:p14="http://schemas.microsoft.com/office/powerpoint/2010/main" val="121627753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3413"/>
            <a:ext cx="3401568" cy="1527048"/>
          </a:xfrm>
        </p:spPr>
        <p:txBody>
          <a:bodyPr anchor="b">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212975"/>
            <a:ext cx="3401568" cy="409575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Picture Placeholder 9">
            <a:extLst>
              <a:ext uri="{FF2B5EF4-FFF2-40B4-BE49-F238E27FC236}">
                <a16:creationId xmlns:a16="http://schemas.microsoft.com/office/drawing/2014/main" id="{48591CF2-44E9-18CF-D92F-1FD0FA03018A}"/>
              </a:ext>
            </a:extLst>
          </p:cNvPr>
          <p:cNvSpPr>
            <a:spLocks noGrp="1"/>
          </p:cNvSpPr>
          <p:nvPr>
            <p:ph type="pic" sz="quarter" idx="13"/>
          </p:nvPr>
        </p:nvSpPr>
        <p:spPr>
          <a:xfrm>
            <a:off x="4761780" y="557829"/>
            <a:ext cx="7430219" cy="5742345"/>
          </a:xfrm>
          <a:custGeom>
            <a:avLst/>
            <a:gdLst>
              <a:gd name="connsiteX0" fmla="*/ 5147268 w 7430219"/>
              <a:gd name="connsiteY0" fmla="*/ 0 h 5742345"/>
              <a:gd name="connsiteX1" fmla="*/ 7430219 w 7430219"/>
              <a:gd name="connsiteY1" fmla="*/ 0 h 5742345"/>
              <a:gd name="connsiteX2" fmla="*/ 7430219 w 7430219"/>
              <a:gd name="connsiteY2" fmla="*/ 5742345 h 5742345"/>
              <a:gd name="connsiteX3" fmla="*/ 5147268 w 7430219"/>
              <a:gd name="connsiteY3" fmla="*/ 5742345 h 5742345"/>
              <a:gd name="connsiteX4" fmla="*/ 5147268 w 7430219"/>
              <a:gd name="connsiteY4" fmla="*/ 5741896 h 5742345"/>
              <a:gd name="connsiteX5" fmla="*/ 4840505 w 7430219"/>
              <a:gd name="connsiteY5" fmla="*/ 5741896 h 5742345"/>
              <a:gd name="connsiteX6" fmla="*/ 2136436 w 7430219"/>
              <a:gd name="connsiteY6" fmla="*/ 5741896 h 5742345"/>
              <a:gd name="connsiteX7" fmla="*/ 306395 w 7430219"/>
              <a:gd name="connsiteY7" fmla="*/ 5741896 h 5742345"/>
              <a:gd name="connsiteX8" fmla="*/ 0 w 7430219"/>
              <a:gd name="connsiteY8" fmla="*/ 5435501 h 5742345"/>
              <a:gd name="connsiteX9" fmla="*/ 0 w 7430219"/>
              <a:gd name="connsiteY9" fmla="*/ 306845 h 5742345"/>
              <a:gd name="connsiteX10" fmla="*/ 306395 w 7430219"/>
              <a:gd name="connsiteY10" fmla="*/ 451 h 5742345"/>
              <a:gd name="connsiteX11" fmla="*/ 2136436 w 7430219"/>
              <a:gd name="connsiteY11" fmla="*/ 451 h 5742345"/>
              <a:gd name="connsiteX12" fmla="*/ 4840505 w 7430219"/>
              <a:gd name="connsiteY12" fmla="*/ 451 h 5742345"/>
              <a:gd name="connsiteX13" fmla="*/ 5147268 w 7430219"/>
              <a:gd name="connsiteY13" fmla="*/ 451 h 574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430219" h="5742345">
                <a:moveTo>
                  <a:pt x="5147268" y="0"/>
                </a:moveTo>
                <a:lnTo>
                  <a:pt x="7430219" y="0"/>
                </a:lnTo>
                <a:lnTo>
                  <a:pt x="7430219" y="5742345"/>
                </a:lnTo>
                <a:lnTo>
                  <a:pt x="5147268" y="5742345"/>
                </a:lnTo>
                <a:lnTo>
                  <a:pt x="5147268" y="5741896"/>
                </a:lnTo>
                <a:lnTo>
                  <a:pt x="4840505" y="5741896"/>
                </a:lnTo>
                <a:lnTo>
                  <a:pt x="2136436" y="5741896"/>
                </a:lnTo>
                <a:lnTo>
                  <a:pt x="306395" y="5741896"/>
                </a:lnTo>
                <a:cubicBezTo>
                  <a:pt x="137177" y="5741896"/>
                  <a:pt x="0" y="5604718"/>
                  <a:pt x="0" y="5435501"/>
                </a:cubicBezTo>
                <a:lnTo>
                  <a:pt x="0" y="306845"/>
                </a:lnTo>
                <a:cubicBezTo>
                  <a:pt x="0" y="137629"/>
                  <a:pt x="137177" y="451"/>
                  <a:pt x="306395" y="451"/>
                </a:cubicBezTo>
                <a:lnTo>
                  <a:pt x="2136436" y="451"/>
                </a:lnTo>
                <a:lnTo>
                  <a:pt x="4840505" y="451"/>
                </a:lnTo>
                <a:lnTo>
                  <a:pt x="5147268" y="451"/>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4" name="Slide Number Placeholder 3">
            <a:extLst>
              <a:ext uri="{FF2B5EF4-FFF2-40B4-BE49-F238E27FC236}">
                <a16:creationId xmlns:a16="http://schemas.microsoft.com/office/drawing/2014/main" id="{0AD0E272-9668-C850-34DC-A513583C7584}"/>
              </a:ext>
            </a:extLst>
          </p:cNvPr>
          <p:cNvSpPr>
            <a:spLocks noGrp="1"/>
          </p:cNvSpPr>
          <p:nvPr>
            <p:ph type="sldNum" sz="quarter" idx="16"/>
          </p:nvPr>
        </p:nvSpPr>
        <p:spPr/>
        <p:txBody>
          <a:bodyPr/>
          <a:lstStyle/>
          <a:p>
            <a:fld id="{CC057153-B650-4DEB-B370-79DDCFDCE934}" type="slidenum">
              <a:rPr lang="en-US" smtClean="0"/>
              <a:pPr/>
              <a:t>‹#›</a:t>
            </a:fld>
            <a:endParaRPr lang="en-US" dirty="0"/>
          </a:p>
        </p:txBody>
      </p:sp>
      <p:sp>
        <p:nvSpPr>
          <p:cNvPr id="3" name="Footer Placeholder 2">
            <a:extLst>
              <a:ext uri="{FF2B5EF4-FFF2-40B4-BE49-F238E27FC236}">
                <a16:creationId xmlns:a16="http://schemas.microsoft.com/office/drawing/2014/main" id="{017A0F1F-73F3-2520-20AE-D12609A0BFCA}"/>
              </a:ext>
            </a:extLst>
          </p:cNvPr>
          <p:cNvSpPr>
            <a:spLocks noGrp="1"/>
          </p:cNvSpPr>
          <p:nvPr>
            <p:ph type="ftr" sz="quarter" idx="15"/>
          </p:nvPr>
        </p:nvSpPr>
        <p:spPr/>
        <p:txBody>
          <a:bodyPr/>
          <a:lstStyle/>
          <a:p>
            <a:r>
              <a:rPr lang="en-US" dirty="0"/>
              <a:t>Sample Footer Text</a:t>
            </a:r>
          </a:p>
        </p:txBody>
      </p:sp>
    </p:spTree>
    <p:extLst>
      <p:ext uri="{BB962C8B-B14F-4D97-AF65-F5344CB8AC3E}">
        <p14:creationId xmlns:p14="http://schemas.microsoft.com/office/powerpoint/2010/main" val="402217809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43102" y="1078992"/>
            <a:ext cx="3273552" cy="1942773"/>
          </a:xfrm>
        </p:spPr>
        <p:txBody>
          <a:bodyPr anchor="b"/>
          <a:lstStyle/>
          <a:p>
            <a:r>
              <a:rPr lang="en-US"/>
              <a:t>Click to edit Master title style</a:t>
            </a:r>
          </a:p>
        </p:txBody>
      </p:sp>
      <p:sp>
        <p:nvSpPr>
          <p:cNvPr id="10" name="Picture Placeholder 9">
            <a:extLst>
              <a:ext uri="{FF2B5EF4-FFF2-40B4-BE49-F238E27FC236}">
                <a16:creationId xmlns:a16="http://schemas.microsoft.com/office/drawing/2014/main" id="{E8CFBFA6-C829-7A77-B370-475C5143C762}"/>
              </a:ext>
            </a:extLst>
          </p:cNvPr>
          <p:cNvSpPr>
            <a:spLocks noGrp="1"/>
          </p:cNvSpPr>
          <p:nvPr>
            <p:ph type="pic" sz="quarter" idx="13"/>
          </p:nvPr>
        </p:nvSpPr>
        <p:spPr>
          <a:xfrm>
            <a:off x="0" y="500719"/>
            <a:ext cx="7781365" cy="5861304"/>
          </a:xfrm>
          <a:custGeom>
            <a:avLst/>
            <a:gdLst>
              <a:gd name="connsiteX0" fmla="*/ 0 w 7781365"/>
              <a:gd name="connsiteY0" fmla="*/ 0 h 5861304"/>
              <a:gd name="connsiteX1" fmla="*/ 197221 w 7781365"/>
              <a:gd name="connsiteY1" fmla="*/ 0 h 5861304"/>
              <a:gd name="connsiteX2" fmla="*/ 2005781 w 7781365"/>
              <a:gd name="connsiteY2" fmla="*/ 0 h 5861304"/>
              <a:gd name="connsiteX3" fmla="*/ 2527466 w 7781365"/>
              <a:gd name="connsiteY3" fmla="*/ 0 h 5861304"/>
              <a:gd name="connsiteX4" fmla="*/ 2527466 w 7781365"/>
              <a:gd name="connsiteY4" fmla="*/ 460 h 5861304"/>
              <a:gd name="connsiteX5" fmla="*/ 2840584 w 7781365"/>
              <a:gd name="connsiteY5" fmla="*/ 460 h 5861304"/>
              <a:gd name="connsiteX6" fmla="*/ 5600671 w 7781365"/>
              <a:gd name="connsiteY6" fmla="*/ 460 h 5861304"/>
              <a:gd name="connsiteX7" fmla="*/ 7468623 w 7781365"/>
              <a:gd name="connsiteY7" fmla="*/ 460 h 5861304"/>
              <a:gd name="connsiteX8" fmla="*/ 7781365 w 7781365"/>
              <a:gd name="connsiteY8" fmla="*/ 313202 h 5861304"/>
              <a:gd name="connsiteX9" fmla="*/ 7781365 w 7781365"/>
              <a:gd name="connsiteY9" fmla="*/ 5548103 h 5861304"/>
              <a:gd name="connsiteX10" fmla="*/ 7468623 w 7781365"/>
              <a:gd name="connsiteY10" fmla="*/ 5860845 h 5861304"/>
              <a:gd name="connsiteX11" fmla="*/ 5600671 w 7781365"/>
              <a:gd name="connsiteY11" fmla="*/ 5860845 h 5861304"/>
              <a:gd name="connsiteX12" fmla="*/ 2840584 w 7781365"/>
              <a:gd name="connsiteY12" fmla="*/ 5860845 h 5861304"/>
              <a:gd name="connsiteX13" fmla="*/ 2527466 w 7781365"/>
              <a:gd name="connsiteY13" fmla="*/ 5860845 h 5861304"/>
              <a:gd name="connsiteX14" fmla="*/ 2527466 w 7781365"/>
              <a:gd name="connsiteY14" fmla="*/ 5861304 h 5861304"/>
              <a:gd name="connsiteX15" fmla="*/ 2005781 w 7781365"/>
              <a:gd name="connsiteY15" fmla="*/ 5861304 h 5861304"/>
              <a:gd name="connsiteX16" fmla="*/ 197221 w 7781365"/>
              <a:gd name="connsiteY16" fmla="*/ 5861304 h 5861304"/>
              <a:gd name="connsiteX17" fmla="*/ 0 w 7781365"/>
              <a:gd name="connsiteY17" fmla="*/ 5861304 h 5861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781365" h="5861304">
                <a:moveTo>
                  <a:pt x="0" y="0"/>
                </a:moveTo>
                <a:lnTo>
                  <a:pt x="197221" y="0"/>
                </a:lnTo>
                <a:lnTo>
                  <a:pt x="2005781" y="0"/>
                </a:lnTo>
                <a:lnTo>
                  <a:pt x="2527466" y="0"/>
                </a:lnTo>
                <a:lnTo>
                  <a:pt x="2527466" y="460"/>
                </a:lnTo>
                <a:lnTo>
                  <a:pt x="2840584" y="460"/>
                </a:lnTo>
                <a:lnTo>
                  <a:pt x="5600671" y="460"/>
                </a:lnTo>
                <a:lnTo>
                  <a:pt x="7468623" y="460"/>
                </a:lnTo>
                <a:cubicBezTo>
                  <a:pt x="7641346" y="460"/>
                  <a:pt x="7781365" y="140480"/>
                  <a:pt x="7781365" y="313202"/>
                </a:cubicBezTo>
                <a:lnTo>
                  <a:pt x="7781365" y="5548103"/>
                </a:lnTo>
                <a:cubicBezTo>
                  <a:pt x="7781365" y="5720826"/>
                  <a:pt x="7641346" y="5860845"/>
                  <a:pt x="7468623" y="5860845"/>
                </a:cubicBezTo>
                <a:lnTo>
                  <a:pt x="5600671" y="5860845"/>
                </a:lnTo>
                <a:lnTo>
                  <a:pt x="2840584" y="5860845"/>
                </a:lnTo>
                <a:lnTo>
                  <a:pt x="2527466" y="5860845"/>
                </a:lnTo>
                <a:lnTo>
                  <a:pt x="2527466" y="5861304"/>
                </a:lnTo>
                <a:lnTo>
                  <a:pt x="2005781" y="5861304"/>
                </a:lnTo>
                <a:lnTo>
                  <a:pt x="197221" y="5861304"/>
                </a:lnTo>
                <a:lnTo>
                  <a:pt x="0" y="5861304"/>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44096" y="3099816"/>
            <a:ext cx="3273552" cy="2953512"/>
          </a:xfrm>
        </p:spPr>
        <p:txBody>
          <a:bodyPr>
            <a:normAutofit/>
          </a:bodyPr>
          <a:lstStyle>
            <a:lvl1pPr marL="0" indent="0">
              <a:buNone/>
              <a:defRPr sz="1600"/>
            </a:lvl1pPr>
            <a:lvl2pPr marL="228600" indent="0">
              <a:buNone/>
              <a:defRPr sz="1400"/>
            </a:lvl2pPr>
            <a:lvl3pPr marL="457200" indent="0">
              <a:buNone/>
              <a:defRPr sz="1200"/>
            </a:lvl3pPr>
            <a:lvl4pPr marL="685800" indent="0">
              <a:buNone/>
              <a:defRPr sz="1100"/>
            </a:lvl4pPr>
            <a:lvl5pPr marL="914400" indent="0">
              <a:buNone/>
              <a:defRPr sz="1050"/>
            </a:lvl5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346761" y="6453002"/>
            <a:ext cx="2335165" cy="365125"/>
          </a:xfrm>
        </p:spPr>
        <p:txBody>
          <a:bodyPr/>
          <a:lstStyle/>
          <a:p>
            <a:r>
              <a:rPr lang="en-US" dirty="0"/>
              <a:t>Sample Footer Text</a:t>
            </a:r>
          </a:p>
        </p:txBody>
      </p:sp>
    </p:spTree>
    <p:extLst>
      <p:ext uri="{BB962C8B-B14F-4D97-AF65-F5344CB8AC3E}">
        <p14:creationId xmlns:p14="http://schemas.microsoft.com/office/powerpoint/2010/main" val="11626122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5012268"/>
            <a:ext cx="3739896" cy="1390330"/>
          </a:xfrm>
        </p:spPr>
        <p:txBody>
          <a:bodyPr anchor="t">
            <a:noAutofit/>
          </a:bodyPr>
          <a:lstStyle>
            <a:lvl1pPr>
              <a:defRPr sz="4000"/>
            </a:lvl1pPr>
          </a:lstStyle>
          <a:p>
            <a:r>
              <a:rPr lang="en-US"/>
              <a:t>Click to edit Master title style</a:t>
            </a:r>
            <a:endParaRPr lang="en-US" dirty="0"/>
          </a:p>
        </p:txBody>
      </p:sp>
      <p:sp>
        <p:nvSpPr>
          <p:cNvPr id="5" name="Picture Placeholder 4">
            <a:extLst>
              <a:ext uri="{FF2B5EF4-FFF2-40B4-BE49-F238E27FC236}">
                <a16:creationId xmlns:a16="http://schemas.microsoft.com/office/drawing/2014/main" id="{39D96E9E-DFC6-985A-1AB3-900A281D1A04}"/>
              </a:ext>
            </a:extLst>
          </p:cNvPr>
          <p:cNvSpPr>
            <a:spLocks noGrp="1"/>
          </p:cNvSpPr>
          <p:nvPr>
            <p:ph type="pic" sz="quarter" idx="13"/>
          </p:nvPr>
        </p:nvSpPr>
        <p:spPr>
          <a:xfrm>
            <a:off x="1" y="563826"/>
            <a:ext cx="11002361" cy="4071307"/>
          </a:xfrm>
          <a:custGeom>
            <a:avLst/>
            <a:gdLst>
              <a:gd name="connsiteX0" fmla="*/ 0 w 11002361"/>
              <a:gd name="connsiteY0" fmla="*/ 0 h 4071307"/>
              <a:gd name="connsiteX1" fmla="*/ 9220200 w 11002361"/>
              <a:gd name="connsiteY1" fmla="*/ 0 h 4071307"/>
              <a:gd name="connsiteX2" fmla="*/ 9220200 w 11002361"/>
              <a:gd name="connsiteY2" fmla="*/ 1 h 4071307"/>
              <a:gd name="connsiteX3" fmla="*/ 10695675 w 11002361"/>
              <a:gd name="connsiteY3" fmla="*/ 1 h 4071307"/>
              <a:gd name="connsiteX4" fmla="*/ 11002361 w 11002361"/>
              <a:gd name="connsiteY4" fmla="*/ 306687 h 4071307"/>
              <a:gd name="connsiteX5" fmla="*/ 11002361 w 11002361"/>
              <a:gd name="connsiteY5" fmla="*/ 3784866 h 4071307"/>
              <a:gd name="connsiteX6" fmla="*/ 10815051 w 11002361"/>
              <a:gd name="connsiteY6" fmla="*/ 4067451 h 4071307"/>
              <a:gd name="connsiteX7" fmla="*/ 10802629 w 11002361"/>
              <a:gd name="connsiteY7" fmla="*/ 4071307 h 4071307"/>
              <a:gd name="connsiteX8" fmla="*/ 0 w 11002361"/>
              <a:gd name="connsiteY8" fmla="*/ 4071307 h 4071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02361" h="4071307">
                <a:moveTo>
                  <a:pt x="0" y="0"/>
                </a:moveTo>
                <a:lnTo>
                  <a:pt x="9220200" y="0"/>
                </a:lnTo>
                <a:lnTo>
                  <a:pt x="9220200" y="1"/>
                </a:lnTo>
                <a:lnTo>
                  <a:pt x="10695675" y="1"/>
                </a:lnTo>
                <a:cubicBezTo>
                  <a:pt x="10865053" y="1"/>
                  <a:pt x="11002361" y="137309"/>
                  <a:pt x="11002361" y="306687"/>
                </a:cubicBezTo>
                <a:lnTo>
                  <a:pt x="11002361" y="3784866"/>
                </a:lnTo>
                <a:cubicBezTo>
                  <a:pt x="11002361" y="3911900"/>
                  <a:pt x="10925125" y="4020894"/>
                  <a:pt x="10815051" y="4067451"/>
                </a:cubicBezTo>
                <a:lnTo>
                  <a:pt x="10802629" y="4071307"/>
                </a:lnTo>
                <a:lnTo>
                  <a:pt x="0" y="4071307"/>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6320" y="5012267"/>
            <a:ext cx="6400800" cy="139033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377864188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4162318"/>
            <a:ext cx="2953618" cy="1892808"/>
          </a:xfrm>
        </p:spPr>
        <p:txBody>
          <a:bodyPr anchor="t">
            <a:normAutofit/>
          </a:bodyPr>
          <a:lstStyle>
            <a:lvl1pPr>
              <a:defRPr sz="4000"/>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6A66EB8D-4883-CF33-FB2A-FA4B7CE045D4}"/>
              </a:ext>
            </a:extLst>
          </p:cNvPr>
          <p:cNvSpPr>
            <a:spLocks noGrp="1"/>
          </p:cNvSpPr>
          <p:nvPr>
            <p:ph type="pic" sz="quarter" idx="13"/>
          </p:nvPr>
        </p:nvSpPr>
        <p:spPr>
          <a:xfrm>
            <a:off x="1" y="0"/>
            <a:ext cx="10869559" cy="3778270"/>
          </a:xfrm>
          <a:custGeom>
            <a:avLst/>
            <a:gdLst>
              <a:gd name="connsiteX0" fmla="*/ 0 w 10869559"/>
              <a:gd name="connsiteY0" fmla="*/ 0 h 3778270"/>
              <a:gd name="connsiteX1" fmla="*/ 663675 w 10869559"/>
              <a:gd name="connsiteY1" fmla="*/ 0 h 3778270"/>
              <a:gd name="connsiteX2" fmla="*/ 1592826 w 10869559"/>
              <a:gd name="connsiteY2" fmla="*/ 0 h 3778270"/>
              <a:gd name="connsiteX3" fmla="*/ 9216411 w 10869559"/>
              <a:gd name="connsiteY3" fmla="*/ 0 h 3778270"/>
              <a:gd name="connsiteX4" fmla="*/ 9216411 w 10869559"/>
              <a:gd name="connsiteY4" fmla="*/ 1 h 3778270"/>
              <a:gd name="connsiteX5" fmla="*/ 10585074 w 10869559"/>
              <a:gd name="connsiteY5" fmla="*/ 1 h 3778270"/>
              <a:gd name="connsiteX6" fmla="*/ 10869559 w 10869559"/>
              <a:gd name="connsiteY6" fmla="*/ 284486 h 3778270"/>
              <a:gd name="connsiteX7" fmla="*/ 10869559 w 10869559"/>
              <a:gd name="connsiteY7" fmla="*/ 3510875 h 3778270"/>
              <a:gd name="connsiteX8" fmla="*/ 10695808 w 10869559"/>
              <a:gd name="connsiteY8" fmla="*/ 3773003 h 3778270"/>
              <a:gd name="connsiteX9" fmla="*/ 10678840 w 10869559"/>
              <a:gd name="connsiteY9" fmla="*/ 3778270 h 3778270"/>
              <a:gd name="connsiteX10" fmla="*/ 0 w 10869559"/>
              <a:gd name="connsiteY10" fmla="*/ 3778270 h 3778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869559" h="3778270">
                <a:moveTo>
                  <a:pt x="0" y="0"/>
                </a:moveTo>
                <a:lnTo>
                  <a:pt x="663675" y="0"/>
                </a:lnTo>
                <a:lnTo>
                  <a:pt x="1592826" y="0"/>
                </a:lnTo>
                <a:lnTo>
                  <a:pt x="9216411" y="0"/>
                </a:lnTo>
                <a:lnTo>
                  <a:pt x="9216411" y="1"/>
                </a:lnTo>
                <a:lnTo>
                  <a:pt x="10585074" y="1"/>
                </a:lnTo>
                <a:cubicBezTo>
                  <a:pt x="10742191" y="1"/>
                  <a:pt x="10869559" y="127369"/>
                  <a:pt x="10869559" y="284486"/>
                </a:cubicBezTo>
                <a:lnTo>
                  <a:pt x="10869559" y="3510875"/>
                </a:lnTo>
                <a:cubicBezTo>
                  <a:pt x="10869559" y="3628712"/>
                  <a:pt x="10797914" y="3729816"/>
                  <a:pt x="10695808" y="3773003"/>
                </a:cubicBezTo>
                <a:lnTo>
                  <a:pt x="10678840" y="3778270"/>
                </a:lnTo>
                <a:lnTo>
                  <a:pt x="0" y="3778270"/>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rmAutofit/>
          </a:bodyPr>
          <a:lstStyle>
            <a:lvl1pPr marL="0" indent="0">
              <a:buFont typeface="Arial" panose="020B0604020202020204" pitchFamily="34" charset="0"/>
              <a:buNone/>
              <a:defRPr sz="1800"/>
            </a:lvl1pPr>
            <a:lvl2pPr marL="228600" indent="0">
              <a:buFont typeface="Arial" panose="020B0604020202020204" pitchFamily="34" charset="0"/>
              <a:buNone/>
              <a:defRPr sz="1600"/>
            </a:lvl2pPr>
            <a:lvl3pPr marL="457200" indent="0">
              <a:buFont typeface="Arial" panose="020B0604020202020204" pitchFamily="34" charset="0"/>
              <a:buNone/>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219272499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548640"/>
            <a:ext cx="2953618" cy="1892808"/>
          </a:xfrm>
        </p:spPr>
        <p:txBody>
          <a:bodyPr anchor="t">
            <a:noAutofit/>
          </a:bodyPr>
          <a:lstStyle>
            <a:lvl1pPr>
              <a:defRPr sz="4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48640"/>
            <a:ext cx="7772400" cy="2240280"/>
          </a:xfrm>
        </p:spPr>
        <p:txBody>
          <a:bodyPr>
            <a:normAutofit/>
          </a:bodyPr>
          <a:lstStyle>
            <a:lvl1pPr marL="0" indent="0">
              <a:buFont typeface="Arial" panose="020B0604020202020204" pitchFamily="34" charset="0"/>
              <a:buNone/>
              <a:defRPr sz="1800"/>
            </a:lvl1pPr>
            <a:lvl2pPr marL="228600" indent="0">
              <a:buFont typeface="Arial" panose="020B0604020202020204" pitchFamily="34" charset="0"/>
              <a:buNone/>
              <a:defRPr sz="1600"/>
            </a:lvl2pPr>
            <a:lvl3pPr marL="457200" indent="0">
              <a:buFont typeface="Arial" panose="020B0604020202020204" pitchFamily="34" charset="0"/>
              <a:buNone/>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p:txBody>
      </p:sp>
      <p:sp>
        <p:nvSpPr>
          <p:cNvPr id="5" name="Picture Placeholder 4">
            <a:extLst>
              <a:ext uri="{FF2B5EF4-FFF2-40B4-BE49-F238E27FC236}">
                <a16:creationId xmlns:a16="http://schemas.microsoft.com/office/drawing/2014/main" id="{C12E0B2E-508E-234D-B0A0-9E5ED494E568}"/>
              </a:ext>
            </a:extLst>
          </p:cNvPr>
          <p:cNvSpPr>
            <a:spLocks noGrp="1"/>
          </p:cNvSpPr>
          <p:nvPr>
            <p:ph type="pic" sz="quarter" idx="13"/>
          </p:nvPr>
        </p:nvSpPr>
        <p:spPr>
          <a:xfrm>
            <a:off x="1" y="3079730"/>
            <a:ext cx="10869559" cy="3778270"/>
          </a:xfrm>
          <a:custGeom>
            <a:avLst/>
            <a:gdLst>
              <a:gd name="connsiteX0" fmla="*/ 0 w 10869559"/>
              <a:gd name="connsiteY0" fmla="*/ 0 h 3778270"/>
              <a:gd name="connsiteX1" fmla="*/ 10678837 w 10869559"/>
              <a:gd name="connsiteY1" fmla="*/ 0 h 3778270"/>
              <a:gd name="connsiteX2" fmla="*/ 10695808 w 10869559"/>
              <a:gd name="connsiteY2" fmla="*/ 5268 h 3778270"/>
              <a:gd name="connsiteX3" fmla="*/ 10869559 w 10869559"/>
              <a:gd name="connsiteY3" fmla="*/ 267397 h 3778270"/>
              <a:gd name="connsiteX4" fmla="*/ 10869559 w 10869559"/>
              <a:gd name="connsiteY4" fmla="*/ 3493786 h 3778270"/>
              <a:gd name="connsiteX5" fmla="*/ 10585074 w 10869559"/>
              <a:gd name="connsiteY5" fmla="*/ 3778270 h 3778270"/>
              <a:gd name="connsiteX6" fmla="*/ 9216411 w 10869559"/>
              <a:gd name="connsiteY6" fmla="*/ 3778270 h 3778270"/>
              <a:gd name="connsiteX7" fmla="*/ 7808345 w 10869559"/>
              <a:gd name="connsiteY7" fmla="*/ 3778270 h 3778270"/>
              <a:gd name="connsiteX8" fmla="*/ 1592826 w 10869559"/>
              <a:gd name="connsiteY8" fmla="*/ 3778270 h 3778270"/>
              <a:gd name="connsiteX9" fmla="*/ 663675 w 10869559"/>
              <a:gd name="connsiteY9" fmla="*/ 3778270 h 3778270"/>
              <a:gd name="connsiteX10" fmla="*/ 0 w 10869559"/>
              <a:gd name="connsiteY10" fmla="*/ 3778270 h 3778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869559" h="3778270">
                <a:moveTo>
                  <a:pt x="0" y="0"/>
                </a:moveTo>
                <a:lnTo>
                  <a:pt x="10678837" y="0"/>
                </a:lnTo>
                <a:lnTo>
                  <a:pt x="10695808" y="5268"/>
                </a:lnTo>
                <a:cubicBezTo>
                  <a:pt x="10797914" y="48455"/>
                  <a:pt x="10869559" y="149559"/>
                  <a:pt x="10869559" y="267397"/>
                </a:cubicBezTo>
                <a:lnTo>
                  <a:pt x="10869559" y="3493786"/>
                </a:lnTo>
                <a:cubicBezTo>
                  <a:pt x="10869559" y="3650902"/>
                  <a:pt x="10742191" y="3778270"/>
                  <a:pt x="10585074" y="3778270"/>
                </a:cubicBezTo>
                <a:lnTo>
                  <a:pt x="9216411" y="3778270"/>
                </a:lnTo>
                <a:lnTo>
                  <a:pt x="7808345" y="3778270"/>
                </a:lnTo>
                <a:lnTo>
                  <a:pt x="1592826" y="3778270"/>
                </a:lnTo>
                <a:lnTo>
                  <a:pt x="663675" y="3778270"/>
                </a:lnTo>
                <a:lnTo>
                  <a:pt x="0" y="3778270"/>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59778"/>
            <a:ext cx="2805405" cy="365125"/>
          </a:xfr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59778"/>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76041722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548640"/>
            <a:ext cx="10972802" cy="969264"/>
          </a:xfrm>
        </p:spPr>
        <p:txBody>
          <a:bodyPr anchor="ct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F75E0554-AFC0-6021-9659-FB67DE75B152}"/>
              </a:ext>
            </a:extLst>
          </p:cNvPr>
          <p:cNvSpPr>
            <a:spLocks noGrp="1"/>
          </p:cNvSpPr>
          <p:nvPr>
            <p:ph type="pic" sz="quarter" idx="13"/>
          </p:nvPr>
        </p:nvSpPr>
        <p:spPr>
          <a:xfrm>
            <a:off x="612645" y="1828800"/>
            <a:ext cx="6172200" cy="4425696"/>
          </a:xfrm>
          <a:custGeom>
            <a:avLst/>
            <a:gdLst>
              <a:gd name="connsiteX0" fmla="*/ 1528012 w 6172200"/>
              <a:gd name="connsiteY0" fmla="*/ 0 h 4425696"/>
              <a:gd name="connsiteX1" fmla="*/ 5795884 w 6172200"/>
              <a:gd name="connsiteY1" fmla="*/ 0 h 4425696"/>
              <a:gd name="connsiteX2" fmla="*/ 6164556 w 6172200"/>
              <a:gd name="connsiteY2" fmla="*/ 300476 h 4425696"/>
              <a:gd name="connsiteX3" fmla="*/ 6172200 w 6172200"/>
              <a:gd name="connsiteY3" fmla="*/ 376308 h 4425696"/>
              <a:gd name="connsiteX4" fmla="*/ 6172200 w 6172200"/>
              <a:gd name="connsiteY4" fmla="*/ 4049388 h 4425696"/>
              <a:gd name="connsiteX5" fmla="*/ 6164556 w 6172200"/>
              <a:gd name="connsiteY5" fmla="*/ 4125220 h 4425696"/>
              <a:gd name="connsiteX6" fmla="*/ 5795884 w 6172200"/>
              <a:gd name="connsiteY6" fmla="*/ 4425696 h 4425696"/>
              <a:gd name="connsiteX7" fmla="*/ 4644199 w 6172200"/>
              <a:gd name="connsiteY7" fmla="*/ 4425696 h 4425696"/>
              <a:gd name="connsiteX8" fmla="*/ 376307 w 6172200"/>
              <a:gd name="connsiteY8" fmla="*/ 4425696 h 4425696"/>
              <a:gd name="connsiteX9" fmla="*/ 300476 w 6172200"/>
              <a:gd name="connsiteY9" fmla="*/ 4418052 h 4425696"/>
              <a:gd name="connsiteX10" fmla="*/ 0 w 6172200"/>
              <a:gd name="connsiteY10" fmla="*/ 4049380 h 4425696"/>
              <a:gd name="connsiteX11" fmla="*/ 0 w 6172200"/>
              <a:gd name="connsiteY11" fmla="*/ 376318 h 4425696"/>
              <a:gd name="connsiteX12" fmla="*/ 376317 w 6172200"/>
              <a:gd name="connsiteY12" fmla="*/ 1 h 4425696"/>
              <a:gd name="connsiteX13" fmla="*/ 1528002 w 6172200"/>
              <a:gd name="connsiteY13" fmla="*/ 1 h 4425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172200" h="4425696">
                <a:moveTo>
                  <a:pt x="1528012" y="0"/>
                </a:moveTo>
                <a:lnTo>
                  <a:pt x="5795884" y="0"/>
                </a:lnTo>
                <a:cubicBezTo>
                  <a:pt x="5977739" y="0"/>
                  <a:pt x="6129466" y="128995"/>
                  <a:pt x="6164556" y="300476"/>
                </a:cubicBezTo>
                <a:lnTo>
                  <a:pt x="6172200" y="376308"/>
                </a:lnTo>
                <a:lnTo>
                  <a:pt x="6172200" y="4049388"/>
                </a:lnTo>
                <a:lnTo>
                  <a:pt x="6164556" y="4125220"/>
                </a:lnTo>
                <a:cubicBezTo>
                  <a:pt x="6129466" y="4296701"/>
                  <a:pt x="5977739" y="4425696"/>
                  <a:pt x="5795884" y="4425696"/>
                </a:cubicBezTo>
                <a:lnTo>
                  <a:pt x="4644199" y="4425696"/>
                </a:lnTo>
                <a:lnTo>
                  <a:pt x="376307" y="4425696"/>
                </a:lnTo>
                <a:lnTo>
                  <a:pt x="300476" y="4418052"/>
                </a:lnTo>
                <a:cubicBezTo>
                  <a:pt x="128995" y="4382962"/>
                  <a:pt x="0" y="4231235"/>
                  <a:pt x="0" y="4049380"/>
                </a:cubicBezTo>
                <a:lnTo>
                  <a:pt x="0" y="376318"/>
                </a:lnTo>
                <a:cubicBezTo>
                  <a:pt x="0" y="168484"/>
                  <a:pt x="168483" y="1"/>
                  <a:pt x="376317" y="1"/>
                </a:cubicBezTo>
                <a:lnTo>
                  <a:pt x="1528002" y="1"/>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327395" y="1828800"/>
            <a:ext cx="4251960" cy="4428871"/>
          </a:xfrm>
        </p:spPr>
        <p:txBody>
          <a:bodyPr/>
          <a:lstStyle>
            <a:lvl1pPr marL="0" indent="0">
              <a:buNone/>
              <a:defRPr/>
            </a:lvl1pPr>
            <a:lvl2pPr marL="228600" indent="0">
              <a:buNone/>
              <a:defRPr/>
            </a:lvl2pPr>
            <a:lvl3pPr marL="457200" indent="0">
              <a:buNone/>
              <a:defRPr/>
            </a:lvl3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110769362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548639"/>
            <a:ext cx="4672584" cy="1453896"/>
          </a:xfrm>
        </p:spPr>
        <p:txBody>
          <a:bodyPr>
            <a:normAutofit/>
          </a:bodyPr>
          <a:lstStyle>
            <a:lvl1pPr>
              <a:defRPr sz="36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DA87B29A-8A7E-03FA-CAE4-603D4A7507E8}"/>
              </a:ext>
            </a:extLst>
          </p:cNvPr>
          <p:cNvSpPr>
            <a:spLocks noGrp="1"/>
          </p:cNvSpPr>
          <p:nvPr>
            <p:ph type="pic" sz="quarter" idx="13"/>
          </p:nvPr>
        </p:nvSpPr>
        <p:spPr>
          <a:xfrm>
            <a:off x="580644" y="2290890"/>
            <a:ext cx="4672584" cy="4041648"/>
          </a:xfrm>
          <a:custGeom>
            <a:avLst/>
            <a:gdLst>
              <a:gd name="connsiteX0" fmla="*/ 343661 w 4672584"/>
              <a:gd name="connsiteY0" fmla="*/ 0 h 4041648"/>
              <a:gd name="connsiteX1" fmla="*/ 4328923 w 4672584"/>
              <a:gd name="connsiteY1" fmla="*/ 0 h 4041648"/>
              <a:gd name="connsiteX2" fmla="*/ 4672584 w 4672584"/>
              <a:gd name="connsiteY2" fmla="*/ 343661 h 4041648"/>
              <a:gd name="connsiteX3" fmla="*/ 4672584 w 4672584"/>
              <a:gd name="connsiteY3" fmla="*/ 3697987 h 4041648"/>
              <a:gd name="connsiteX4" fmla="*/ 4328923 w 4672584"/>
              <a:gd name="connsiteY4" fmla="*/ 4041648 h 4041648"/>
              <a:gd name="connsiteX5" fmla="*/ 343661 w 4672584"/>
              <a:gd name="connsiteY5" fmla="*/ 4041648 h 4041648"/>
              <a:gd name="connsiteX6" fmla="*/ 0 w 4672584"/>
              <a:gd name="connsiteY6" fmla="*/ 3697987 h 4041648"/>
              <a:gd name="connsiteX7" fmla="*/ 0 w 4672584"/>
              <a:gd name="connsiteY7" fmla="*/ 343661 h 4041648"/>
              <a:gd name="connsiteX8" fmla="*/ 343661 w 4672584"/>
              <a:gd name="connsiteY8" fmla="*/ 0 h 4041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72584" h="4041648">
                <a:moveTo>
                  <a:pt x="343661" y="0"/>
                </a:moveTo>
                <a:lnTo>
                  <a:pt x="4328923" y="0"/>
                </a:lnTo>
                <a:cubicBezTo>
                  <a:pt x="4518722" y="0"/>
                  <a:pt x="4672584" y="153862"/>
                  <a:pt x="4672584" y="343661"/>
                </a:cubicBezTo>
                <a:lnTo>
                  <a:pt x="4672584" y="3697987"/>
                </a:lnTo>
                <a:cubicBezTo>
                  <a:pt x="4672584" y="3887786"/>
                  <a:pt x="4518722" y="4041648"/>
                  <a:pt x="4328923" y="4041648"/>
                </a:cubicBezTo>
                <a:lnTo>
                  <a:pt x="343661" y="4041648"/>
                </a:lnTo>
                <a:cubicBezTo>
                  <a:pt x="153862" y="4041648"/>
                  <a:pt x="0" y="3887786"/>
                  <a:pt x="0" y="3697987"/>
                </a:cubicBezTo>
                <a:lnTo>
                  <a:pt x="0" y="343661"/>
                </a:lnTo>
                <a:cubicBezTo>
                  <a:pt x="0" y="153862"/>
                  <a:pt x="153862" y="0"/>
                  <a:pt x="343661" y="0"/>
                </a:cubicBez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lvl1pPr marL="0" indent="0">
              <a:buNone/>
              <a:defRPr/>
            </a:lvl1pPr>
            <a:lvl2pPr marL="228600" indent="0">
              <a:buNone/>
              <a:defRPr/>
            </a:lvl2pPr>
            <a:lvl3pPr marL="457200" indent="0">
              <a:buNone/>
              <a:defRPr/>
            </a:lvl3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82490546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550217"/>
            <a:ext cx="3657603" cy="1453896"/>
          </a:xfrm>
        </p:spPr>
        <p:txBody>
          <a:bodyPr anchor="t">
            <a:normAutofit/>
          </a:bodyPr>
          <a:lstStyle>
            <a:lvl1pPr>
              <a:defRPr sz="32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B9836912-DF32-220D-916F-C27FCC1F8E82}"/>
              </a:ext>
            </a:extLst>
          </p:cNvPr>
          <p:cNvSpPr>
            <a:spLocks noGrp="1"/>
          </p:cNvSpPr>
          <p:nvPr>
            <p:ph type="pic" sz="quarter" idx="13"/>
          </p:nvPr>
        </p:nvSpPr>
        <p:spPr>
          <a:xfrm>
            <a:off x="632353" y="2295144"/>
            <a:ext cx="3490176" cy="4041648"/>
          </a:xfrm>
          <a:custGeom>
            <a:avLst/>
            <a:gdLst>
              <a:gd name="connsiteX0" fmla="*/ 297009 w 3490176"/>
              <a:gd name="connsiteY0" fmla="*/ 0 h 4041648"/>
              <a:gd name="connsiteX1" fmla="*/ 3195997 w 3490176"/>
              <a:gd name="connsiteY1" fmla="*/ 0 h 4041648"/>
              <a:gd name="connsiteX2" fmla="*/ 3486973 w 3490176"/>
              <a:gd name="connsiteY2" fmla="*/ 237152 h 4041648"/>
              <a:gd name="connsiteX3" fmla="*/ 3490176 w 3490176"/>
              <a:gd name="connsiteY3" fmla="*/ 268927 h 4041648"/>
              <a:gd name="connsiteX4" fmla="*/ 3490176 w 3490176"/>
              <a:gd name="connsiteY4" fmla="*/ 3772721 h 4041648"/>
              <a:gd name="connsiteX5" fmla="*/ 3486973 w 3490176"/>
              <a:gd name="connsiteY5" fmla="*/ 3804496 h 4041648"/>
              <a:gd name="connsiteX6" fmla="*/ 3195997 w 3490176"/>
              <a:gd name="connsiteY6" fmla="*/ 4041648 h 4041648"/>
              <a:gd name="connsiteX7" fmla="*/ 297009 w 3490176"/>
              <a:gd name="connsiteY7" fmla="*/ 4041648 h 4041648"/>
              <a:gd name="connsiteX8" fmla="*/ 6033 w 3490176"/>
              <a:gd name="connsiteY8" fmla="*/ 3804496 h 4041648"/>
              <a:gd name="connsiteX9" fmla="*/ 0 w 3490176"/>
              <a:gd name="connsiteY9" fmla="*/ 3744648 h 4041648"/>
              <a:gd name="connsiteX10" fmla="*/ 0 w 3490176"/>
              <a:gd name="connsiteY10" fmla="*/ 297000 h 4041648"/>
              <a:gd name="connsiteX11" fmla="*/ 6033 w 3490176"/>
              <a:gd name="connsiteY11" fmla="*/ 237152 h 4041648"/>
              <a:gd name="connsiteX12" fmla="*/ 297009 w 3490176"/>
              <a:gd name="connsiteY12" fmla="*/ 0 h 4041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90176" h="4041648">
                <a:moveTo>
                  <a:pt x="297009" y="0"/>
                </a:moveTo>
                <a:lnTo>
                  <a:pt x="3195997" y="0"/>
                </a:lnTo>
                <a:cubicBezTo>
                  <a:pt x="3339527" y="0"/>
                  <a:pt x="3459278" y="101810"/>
                  <a:pt x="3486973" y="237152"/>
                </a:cubicBezTo>
                <a:lnTo>
                  <a:pt x="3490176" y="268927"/>
                </a:lnTo>
                <a:lnTo>
                  <a:pt x="3490176" y="3772721"/>
                </a:lnTo>
                <a:lnTo>
                  <a:pt x="3486973" y="3804496"/>
                </a:lnTo>
                <a:cubicBezTo>
                  <a:pt x="3459278" y="3939839"/>
                  <a:pt x="3339527" y="4041648"/>
                  <a:pt x="3195997" y="4041648"/>
                </a:cubicBezTo>
                <a:lnTo>
                  <a:pt x="297009" y="4041648"/>
                </a:lnTo>
                <a:cubicBezTo>
                  <a:pt x="153479" y="4041648"/>
                  <a:pt x="33728" y="3939839"/>
                  <a:pt x="6033" y="3804496"/>
                </a:cubicBezTo>
                <a:lnTo>
                  <a:pt x="0" y="3744648"/>
                </a:lnTo>
                <a:lnTo>
                  <a:pt x="0" y="297000"/>
                </a:lnTo>
                <a:lnTo>
                  <a:pt x="6033" y="237152"/>
                </a:lnTo>
                <a:cubicBezTo>
                  <a:pt x="33728" y="101810"/>
                  <a:pt x="153479" y="0"/>
                  <a:pt x="29700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Click icon to add picture</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016500" y="549275"/>
            <a:ext cx="6561138" cy="5759450"/>
          </a:xfrm>
        </p:spPr>
        <p:txBody>
          <a:bodyPr/>
          <a:lstStyle>
            <a:lvl1pPr marL="0" indent="0">
              <a:buNone/>
              <a:defRPr/>
            </a:lvl1pPr>
            <a:lvl2pPr marL="228600" indent="0">
              <a:buNone/>
              <a:defRPr/>
            </a:lvl2pPr>
            <a:lvl3pPr marL="457200" indent="0">
              <a:buNone/>
              <a:defRPr/>
            </a:lvl3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256187838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548640" y="4718304"/>
            <a:ext cx="5897880" cy="1353312"/>
          </a:xfrm>
        </p:spPr>
        <p:txBody>
          <a:bodyPr>
            <a:normAutofit/>
          </a:bodyPr>
          <a:lstStyle>
            <a:lvl1pPr>
              <a:lnSpc>
                <a:spcPct val="120000"/>
              </a:lnSpc>
              <a:defRPr sz="2400" b="0">
                <a:solidFill>
                  <a:schemeClr val="bg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548640" y="603503"/>
            <a:ext cx="10826496" cy="4334256"/>
          </a:xfrm>
        </p:spPr>
        <p:txBody>
          <a:bodyPr anchor="b">
            <a:normAutofit/>
          </a:bodyPr>
          <a:lstStyle>
            <a:lvl1pPr marL="0" indent="0">
              <a:lnSpc>
                <a:spcPct val="90000"/>
              </a:lnSpc>
              <a:spcBef>
                <a:spcPts val="0"/>
              </a:spcBef>
              <a:buNone/>
              <a:defRPr sz="30000" b="1" i="0">
                <a:solidFill>
                  <a:schemeClr val="bg1"/>
                </a:solidFill>
                <a:latin typeface="+mj-lt"/>
              </a:defRPr>
            </a:lvl1pPr>
          </a:lstStyle>
          <a:p>
            <a:pPr lvl="0"/>
            <a:r>
              <a:rPr lang="en-US" dirty="0"/>
              <a: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Tree>
    <p:extLst>
      <p:ext uri="{BB962C8B-B14F-4D97-AF65-F5344CB8AC3E}">
        <p14:creationId xmlns:p14="http://schemas.microsoft.com/office/powerpoint/2010/main" val="303034146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5120640"/>
            <a:ext cx="7525512" cy="1545336"/>
          </a:xfrm>
        </p:spPr>
        <p:txBody>
          <a:bodyPr>
            <a:normAutofit/>
          </a:bodyPr>
          <a:lstStyle>
            <a:lvl1pPr algn="ctr">
              <a:lnSpc>
                <a:spcPct val="110000"/>
              </a:lnSpc>
              <a:defRPr sz="2400" b="0">
                <a:solidFill>
                  <a:schemeClr val="bg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4484" y="809412"/>
            <a:ext cx="10543032" cy="4206240"/>
          </a:xfrm>
        </p:spPr>
        <p:txBody>
          <a:bodyPr anchor="b">
            <a:noAutofit/>
          </a:bodyPr>
          <a:lstStyle>
            <a:lvl1pPr marL="0" indent="0" algn="ctr">
              <a:lnSpc>
                <a:spcPct val="90000"/>
              </a:lnSpc>
              <a:buNone/>
              <a:defRPr sz="30000" b="1" i="0">
                <a:solidFill>
                  <a:schemeClr val="bg1"/>
                </a:solidFill>
                <a:latin typeface="+mj-lt"/>
              </a:defRPr>
            </a:lvl1pPr>
          </a:lstStyle>
          <a:p>
            <a:pPr lvl="0"/>
            <a:r>
              <a:rPr lang="en-US" dirty="0"/>
              <a: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Tree>
    <p:extLst>
      <p:ext uri="{BB962C8B-B14F-4D97-AF65-F5344CB8AC3E}">
        <p14:creationId xmlns:p14="http://schemas.microsoft.com/office/powerpoint/2010/main" val="273467843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umber Larg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809744"/>
            <a:ext cx="7525512" cy="1545336"/>
          </a:xfrm>
        </p:spPr>
        <p:txBody>
          <a:bodyPr>
            <a:normAutofit/>
          </a:bodyPr>
          <a:lstStyle>
            <a:lvl1pPr algn="ctr">
              <a:lnSpc>
                <a:spcPct val="110000"/>
              </a:lnSpc>
              <a:defRPr sz="2400" b="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640079"/>
            <a:ext cx="10543032" cy="4206240"/>
          </a:xfrm>
        </p:spPr>
        <p:txBody>
          <a:bodyPr anchor="b">
            <a:normAutofit/>
          </a:bodyPr>
          <a:lstStyle>
            <a:lvl1pPr marL="0" indent="0" algn="ctr">
              <a:lnSpc>
                <a:spcPct val="90000"/>
              </a:lnSpc>
              <a:buNone/>
              <a:defRPr sz="23200" b="1" i="0">
                <a:solidFill>
                  <a:schemeClr val="tx1"/>
                </a:solidFill>
                <a:latin typeface="+mj-lt"/>
              </a:defRPr>
            </a:lvl1pPr>
          </a:lstStyle>
          <a:p>
            <a:pPr lvl="0"/>
            <a:r>
              <a:rPr lang="en-US" dirty="0"/>
              <a: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922403660"/>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48640" y="548640"/>
            <a:ext cx="8266176" cy="5605272"/>
          </a:xfrm>
        </p:spPr>
        <p:txBody>
          <a:bodyPr anchor="ctr">
            <a:noAutofit/>
          </a:bodyPr>
          <a:lstStyle>
            <a:lvl1pPr marL="0" indent="0">
              <a:lnSpc>
                <a:spcPct val="100000"/>
              </a:lnSpc>
              <a:buNone/>
              <a:defRPr sz="5400" b="0" i="0">
                <a:solidFill>
                  <a:schemeClr val="bg1"/>
                </a:solidFill>
                <a:latin typeface="+mj-lt"/>
              </a:defRPr>
            </a:lvl1pPr>
            <a:lvl2pPr marL="228600" indent="0">
              <a:lnSpc>
                <a:spcPct val="100000"/>
              </a:lnSpc>
              <a:buNone/>
              <a:defRPr sz="4800" b="0" i="0">
                <a:solidFill>
                  <a:schemeClr val="bg1"/>
                </a:solidFill>
                <a:latin typeface="+mj-lt"/>
              </a:defRPr>
            </a:lvl2pPr>
            <a:lvl3pPr marL="457200" indent="0">
              <a:lnSpc>
                <a:spcPct val="100000"/>
              </a:lnSpc>
              <a:buNone/>
              <a:defRPr sz="4400" b="0" i="0">
                <a:solidFill>
                  <a:schemeClr val="bg1"/>
                </a:solidFill>
                <a:latin typeface="+mj-lt"/>
              </a:defRPr>
            </a:lvl3pPr>
            <a:lvl4pPr marL="685800" indent="0">
              <a:lnSpc>
                <a:spcPct val="100000"/>
              </a:lnSpc>
              <a:buNone/>
              <a:defRPr sz="4000" b="0" i="0">
                <a:solidFill>
                  <a:schemeClr val="bg1"/>
                </a:solidFill>
                <a:latin typeface="+mj-lt"/>
              </a:defRPr>
            </a:lvl4pPr>
            <a:lvl5pPr marL="914400" indent="0">
              <a:lnSpc>
                <a:spcPct val="100000"/>
              </a:lnSpc>
              <a:buNone/>
              <a:defRPr sz="3600" b="0" i="0">
                <a:solidFill>
                  <a:schemeClr val="bg1"/>
                </a:solidFill>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Tree>
    <p:extLst>
      <p:ext uri="{BB962C8B-B14F-4D97-AF65-F5344CB8AC3E}">
        <p14:creationId xmlns:p14="http://schemas.microsoft.com/office/powerpoint/2010/main" val="184806756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48640" y="1929384"/>
            <a:ext cx="8266176" cy="4142232"/>
          </a:xfrm>
        </p:spPr>
        <p:txBody>
          <a:bodyPr anchor="b">
            <a:noAutofit/>
          </a:bodyPr>
          <a:lstStyle>
            <a:lvl1pPr marL="0" indent="0">
              <a:lnSpc>
                <a:spcPct val="100000"/>
              </a:lnSpc>
              <a:buNone/>
              <a:defRPr sz="5000" b="0" i="0">
                <a:solidFill>
                  <a:schemeClr val="accent1"/>
                </a:solidFill>
                <a:latin typeface="+mj-lt"/>
              </a:defRPr>
            </a:lvl1pPr>
            <a:lvl2pPr marL="228600" indent="0">
              <a:lnSpc>
                <a:spcPct val="100000"/>
              </a:lnSpc>
              <a:buNone/>
              <a:defRPr sz="4400" b="0" i="0">
                <a:solidFill>
                  <a:schemeClr val="accent1"/>
                </a:solidFill>
                <a:latin typeface="+mj-lt"/>
              </a:defRPr>
            </a:lvl2pPr>
            <a:lvl3pPr marL="457200" indent="0">
              <a:lnSpc>
                <a:spcPct val="100000"/>
              </a:lnSpc>
              <a:buNone/>
              <a:defRPr sz="4000" b="0" i="0">
                <a:solidFill>
                  <a:schemeClr val="accent1"/>
                </a:solidFill>
                <a:latin typeface="+mj-lt"/>
              </a:defRPr>
            </a:lvl3pPr>
            <a:lvl4pPr marL="685800" indent="0">
              <a:lnSpc>
                <a:spcPct val="100000"/>
              </a:lnSpc>
              <a:buNone/>
              <a:defRPr sz="3600" b="0" i="0">
                <a:solidFill>
                  <a:schemeClr val="accent1"/>
                </a:solidFill>
                <a:latin typeface="+mj-lt"/>
              </a:defRPr>
            </a:lvl4pPr>
            <a:lvl5pPr marL="914400" indent="0">
              <a:lnSpc>
                <a:spcPct val="100000"/>
              </a:lnSpc>
              <a:buNone/>
              <a:defRPr sz="3200" b="0" i="0">
                <a:solidFill>
                  <a:schemeClr val="accent1"/>
                </a:solidFill>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253324265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dirty="0"/>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48640" y="548640"/>
            <a:ext cx="8266176" cy="5605272"/>
          </a:xfrm>
        </p:spPr>
        <p:txBody>
          <a:bodyPr anchor="t">
            <a:noAutofit/>
          </a:bodyPr>
          <a:lstStyle>
            <a:lvl1pPr marL="0" indent="0">
              <a:lnSpc>
                <a:spcPct val="100000"/>
              </a:lnSpc>
              <a:buNone/>
              <a:defRPr sz="5000" b="0" i="0">
                <a:latin typeface="+mj-lt"/>
              </a:defRPr>
            </a:lvl1pPr>
            <a:lvl2pPr marL="228600" indent="0">
              <a:lnSpc>
                <a:spcPct val="100000"/>
              </a:lnSpc>
              <a:buNone/>
              <a:defRPr sz="4400" b="0" i="0">
                <a:latin typeface="+mj-lt"/>
              </a:defRPr>
            </a:lvl2pPr>
            <a:lvl3pPr marL="457200" indent="0">
              <a:lnSpc>
                <a:spcPct val="100000"/>
              </a:lnSpc>
              <a:buNone/>
              <a:defRPr sz="4000" b="0" i="0">
                <a:latin typeface="+mj-lt"/>
              </a:defRPr>
            </a:lvl3pPr>
            <a:lvl4pPr marL="685800" indent="0">
              <a:lnSpc>
                <a:spcPct val="100000"/>
              </a:lnSpc>
              <a:buNone/>
              <a:defRPr sz="3600" b="0" i="0">
                <a:latin typeface="+mj-lt"/>
              </a:defRPr>
            </a:lvl4pPr>
            <a:lvl5pPr marL="914400" indent="0">
              <a:lnSpc>
                <a:spcPct val="100000"/>
              </a:lnSpc>
              <a:buNone/>
              <a:defRPr sz="3200" b="0" i="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246971830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10868" y="5196402"/>
            <a:ext cx="8970264" cy="466344"/>
          </a:xfrm>
        </p:spPr>
        <p:txBody>
          <a:bodyPr anchor="ctr">
            <a:noAutofit/>
          </a:bodyPr>
          <a:lstStyle>
            <a:lvl1pPr algn="ctr">
              <a:lnSpc>
                <a:spcPct val="120000"/>
              </a:lnSpc>
              <a:defRPr sz="24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6568" y="1188720"/>
            <a:ext cx="9198864" cy="3657600"/>
          </a:xfrm>
        </p:spPr>
        <p:txBody>
          <a:bodyPr anchor="ctr">
            <a:normAutofit/>
          </a:bodyPr>
          <a:lstStyle>
            <a:lvl1pPr marL="164592" indent="-164592" algn="ctr">
              <a:lnSpc>
                <a:spcPct val="100000"/>
              </a:lnSpc>
              <a:spcBef>
                <a:spcPts val="0"/>
              </a:spcBef>
              <a:buNone/>
              <a:defRPr sz="4000" b="0" i="0">
                <a:solidFill>
                  <a:schemeClr val="accent1"/>
                </a:solidFill>
                <a:latin typeface="+mj-lt"/>
              </a:defRPr>
            </a:lvl1pPr>
          </a:lstStyle>
          <a:p>
            <a:pPr lvl="0"/>
            <a:r>
              <a:rPr lang="en-US" dirty="0"/>
              <a:t>Click to add Quote</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187813677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Quot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9" y="5349240"/>
            <a:ext cx="9043416" cy="466344"/>
          </a:xfrm>
        </p:spPr>
        <p:txBody>
          <a:bodyPr anchor="ctr">
            <a:noAutofit/>
          </a:bodyPr>
          <a:lstStyle>
            <a:lvl1pPr>
              <a:lnSpc>
                <a:spcPct val="120000"/>
              </a:lnSpc>
              <a:defRPr sz="24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344168"/>
            <a:ext cx="9198864" cy="3291840"/>
          </a:xfrm>
        </p:spPr>
        <p:txBody>
          <a:bodyPr anchor="ctr">
            <a:normAutofit/>
          </a:bodyPr>
          <a:lstStyle>
            <a:lvl1pPr marL="164592" indent="-164592">
              <a:lnSpc>
                <a:spcPct val="100000"/>
              </a:lnSpc>
              <a:spcBef>
                <a:spcPts val="0"/>
              </a:spcBef>
              <a:buNone/>
              <a:defRPr sz="4000" b="0" i="0">
                <a:latin typeface="+mj-lt"/>
              </a:defRPr>
            </a:lvl1pPr>
          </a:lstStyle>
          <a:p>
            <a:pPr lvl="0"/>
            <a:r>
              <a:rPr lang="en-US" dirty="0"/>
              <a:t>Click to add Quote</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3989545562"/>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612648" y="5669280"/>
            <a:ext cx="8805672" cy="466344"/>
          </a:xfrm>
        </p:spPr>
        <p:txBody>
          <a:bodyPr anchor="ctr">
            <a:noAutofit/>
          </a:bodyPr>
          <a:lstStyle>
            <a:lvl1pPr>
              <a:lnSpc>
                <a:spcPct val="120000"/>
              </a:lnSpc>
              <a:defRPr sz="2400">
                <a:solidFill>
                  <a:schemeClr val="bg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1097280"/>
            <a:ext cx="8961120" cy="3474720"/>
          </a:xfrm>
        </p:spPr>
        <p:txBody>
          <a:bodyPr anchor="ctr">
            <a:normAutofit/>
          </a:bodyPr>
          <a:lstStyle>
            <a:lvl1pPr marL="164592" indent="-164592">
              <a:lnSpc>
                <a:spcPct val="100000"/>
              </a:lnSpc>
              <a:spcBef>
                <a:spcPts val="0"/>
              </a:spcBef>
              <a:buNone/>
              <a:defRPr sz="4200" b="0" i="0">
                <a:solidFill>
                  <a:schemeClr val="bg1"/>
                </a:solidFill>
                <a:latin typeface="+mj-lt"/>
              </a:defRPr>
            </a:lvl1pPr>
          </a:lstStyle>
          <a:p>
            <a:pPr lvl="0"/>
            <a:r>
              <a:rPr lang="en-US" dirty="0"/>
              <a:t>Click to add Quote</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Tree>
    <p:extLst>
      <p:ext uri="{BB962C8B-B14F-4D97-AF65-F5344CB8AC3E}">
        <p14:creationId xmlns:p14="http://schemas.microsoft.com/office/powerpoint/2010/main" val="171298327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Quote 4">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612648" y="5669280"/>
            <a:ext cx="8805672" cy="466344"/>
          </a:xfrm>
        </p:spPr>
        <p:txBody>
          <a:bodyPr anchor="ctr">
            <a:noAutofit/>
          </a:bodyPr>
          <a:lstStyle>
            <a:lvl1pPr>
              <a:lnSpc>
                <a:spcPct val="120000"/>
              </a:lnSpc>
              <a:defRPr sz="24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1097280"/>
            <a:ext cx="8961120" cy="3474720"/>
          </a:xfrm>
        </p:spPr>
        <p:txBody>
          <a:bodyPr anchor="ctr">
            <a:normAutofit/>
          </a:bodyPr>
          <a:lstStyle>
            <a:lvl1pPr marL="164592" indent="-164592">
              <a:lnSpc>
                <a:spcPct val="100000"/>
              </a:lnSpc>
              <a:spcBef>
                <a:spcPts val="0"/>
              </a:spcBef>
              <a:buNone/>
              <a:defRPr sz="5400" b="0" i="0">
                <a:solidFill>
                  <a:schemeClr val="accent1"/>
                </a:solidFill>
                <a:latin typeface="+mj-lt"/>
              </a:defRPr>
            </a:lvl1pPr>
          </a:lstStyle>
          <a:p>
            <a:pPr lvl="0"/>
            <a:r>
              <a:rPr lang="en-US" dirty="0"/>
              <a:t>Click to add Quote</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Tree>
    <p:extLst>
      <p:ext uri="{BB962C8B-B14F-4D97-AF65-F5344CB8AC3E}">
        <p14:creationId xmlns:p14="http://schemas.microsoft.com/office/powerpoint/2010/main" val="253635936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548640"/>
            <a:ext cx="10741152" cy="1188720"/>
          </a:xfrm>
        </p:spPr>
        <p:txBody>
          <a:bodyPr anchor="b" anchorCtr="0"/>
          <a:lstStyle/>
          <a:p>
            <a:r>
              <a:rPr lang="en-US" dirty="0"/>
              <a:t>Click to edit Master title style</a:t>
            </a:r>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548640" y="2011680"/>
            <a:ext cx="5181600" cy="4351338"/>
          </a:xfrm>
        </p:spPr>
        <p:txBody>
          <a:bodyPr/>
          <a:lstStyle>
            <a:lvl1pPr marL="0" indent="0">
              <a:buNone/>
              <a:defRPr/>
            </a:lvl1pPr>
            <a:lvl2pPr marL="228600" indent="0">
              <a:buNone/>
              <a:defRPr/>
            </a:lvl2pPr>
            <a:lvl3pPr marL="457200" indent="0">
              <a:buNone/>
              <a:defRPr/>
            </a:lvl3pPr>
          </a:lstStyle>
          <a:p>
            <a:pPr lvl="0"/>
            <a:r>
              <a:rPr lang="en-US" dirty="0"/>
              <a:t>Click to edit Master text styles</a:t>
            </a:r>
          </a:p>
          <a:p>
            <a:pPr lvl="1"/>
            <a:r>
              <a:rPr lang="en-US" dirty="0"/>
              <a:t>Second level</a:t>
            </a:r>
          </a:p>
          <a:p>
            <a:pPr lvl="2"/>
            <a:r>
              <a:rPr lang="en-US" dirty="0"/>
              <a:t>Third level</a:t>
            </a:r>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172200" y="2011680"/>
            <a:ext cx="5181600" cy="4351338"/>
          </a:xfrm>
        </p:spPr>
        <p:txBody>
          <a:bodyPr/>
          <a:lstStyle>
            <a:lvl1pPr marL="0" indent="0">
              <a:buNone/>
              <a:defRPr/>
            </a:lvl1pPr>
            <a:lvl2pPr marL="228600" indent="0">
              <a:buNone/>
              <a:defRPr/>
            </a:lvl2pPr>
            <a:lvl3pPr marL="457200" indent="0">
              <a:buNone/>
              <a:defRPr/>
            </a:lvl3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374925583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wo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548640"/>
            <a:ext cx="10741152" cy="1188720"/>
          </a:xfrm>
        </p:spPr>
        <p:txBody>
          <a:bodyPr anchor="b" anchorCtr="0"/>
          <a:lstStyle/>
          <a:p>
            <a:r>
              <a:rPr lang="en-US" dirty="0"/>
              <a:t>Click to edit Master title style</a:t>
            </a:r>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548640" y="2486025"/>
            <a:ext cx="5181600" cy="3657600"/>
          </a:xfrm>
        </p:spPr>
        <p:txBody>
          <a:bodyPr/>
          <a:lstStyle>
            <a:lvl1pPr marL="0" indent="0">
              <a:buNone/>
              <a:defRPr/>
            </a:lvl1pPr>
            <a:lvl2pPr marL="228600" indent="0">
              <a:buNone/>
              <a:defRPr/>
            </a:lvl2pPr>
            <a:lvl3pPr marL="457200" indent="0">
              <a:buNone/>
              <a:defRPr/>
            </a:lvl3pPr>
          </a:lstStyle>
          <a:p>
            <a:pPr lvl="0"/>
            <a:r>
              <a:rPr lang="en-US" dirty="0"/>
              <a:t>Click to edit Master text styles</a:t>
            </a:r>
          </a:p>
          <a:p>
            <a:pPr lvl="1"/>
            <a:r>
              <a:rPr lang="en-US" dirty="0"/>
              <a:t>Second level</a:t>
            </a:r>
          </a:p>
          <a:p>
            <a:pPr lvl="2"/>
            <a:r>
              <a:rPr lang="en-US" dirty="0"/>
              <a:t>Third level</a:t>
            </a:r>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172200" y="2486025"/>
            <a:ext cx="5181600" cy="3657600"/>
          </a:xfrm>
        </p:spPr>
        <p:txBody>
          <a:bodyPr/>
          <a:lstStyle>
            <a:lvl1pPr marL="0" indent="0">
              <a:buNone/>
              <a:defRPr/>
            </a:lvl1pPr>
            <a:lvl2pPr marL="228600" indent="0">
              <a:buNone/>
              <a:defRPr/>
            </a:lvl2pPr>
            <a:lvl3pPr marL="457200" indent="0">
              <a:buNone/>
              <a:defRPr/>
            </a:lvl3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169474320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548640" y="548640"/>
            <a:ext cx="10745788" cy="1188720"/>
          </a:xfrm>
        </p:spPr>
        <p:txBody>
          <a:bodyPr anchor="b" anchorCtr="0"/>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548640" y="1872001"/>
            <a:ext cx="5157787" cy="559834"/>
          </a:xfrm>
        </p:spPr>
        <p:txBody>
          <a:bodyPr anchor="b">
            <a:normAutofit/>
          </a:bodyPr>
          <a:lstStyle>
            <a:lvl1pPr marL="0" indent="0">
              <a:lnSpc>
                <a:spcPct val="90000"/>
              </a:lnSpc>
              <a:buNone/>
              <a:defRPr sz="1800" b="1" cap="none" baseline="0">
                <a:latin typeface="Raleway"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872001"/>
            <a:ext cx="5183188" cy="559834"/>
          </a:xfrm>
        </p:spPr>
        <p:txBody>
          <a:bodyPr anchor="b">
            <a:normAutofit/>
          </a:bodyPr>
          <a:lstStyle>
            <a:lvl1pPr marL="0" indent="0">
              <a:lnSpc>
                <a:spcPct val="90000"/>
              </a:lnSpc>
              <a:buNone/>
              <a:defRPr sz="1800" b="1" cap="none" baseline="0">
                <a:latin typeface="Raleway"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548640" y="2573866"/>
            <a:ext cx="5157788" cy="3763963"/>
          </a:xfrm>
        </p:spPr>
        <p:txBody>
          <a:bodyPr/>
          <a:lstStyle>
            <a:lvl1pPr marL="0" indent="0">
              <a:buNone/>
              <a:defRPr/>
            </a:lvl1pPr>
            <a:lvl2pPr marL="228600" indent="0">
              <a:buNone/>
              <a:defRPr/>
            </a:lvl2pPr>
            <a:lvl3pPr marL="457200" indent="0">
              <a:buNone/>
              <a:defRPr/>
            </a:lvl3pPr>
          </a:lstStyle>
          <a:p>
            <a:pPr lvl="0"/>
            <a:r>
              <a:rPr lang="en-US" dirty="0"/>
              <a:t>Click to edit Master text styles</a:t>
            </a:r>
          </a:p>
          <a:p>
            <a:pPr lvl="1"/>
            <a:r>
              <a:rPr lang="en-US" dirty="0"/>
              <a:t>Second level</a:t>
            </a:r>
          </a:p>
          <a:p>
            <a:pPr lvl="2"/>
            <a:r>
              <a:rPr lang="en-US" dirty="0"/>
              <a:t>Third level</a:t>
            </a:r>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172200" y="2573866"/>
            <a:ext cx="5183188" cy="3763963"/>
          </a:xfrm>
        </p:spPr>
        <p:txBody>
          <a:bodyPr/>
          <a:lstStyle>
            <a:lvl1pPr marL="0" indent="0">
              <a:buNone/>
              <a:defRPr/>
            </a:lvl1pPr>
            <a:lvl2pPr marL="228600" indent="0">
              <a:buNone/>
              <a:defRPr/>
            </a:lvl2pPr>
            <a:lvl3pPr marL="457200" indent="0">
              <a:buNone/>
              <a:defRPr/>
            </a:lvl3pPr>
          </a:lstStyle>
          <a:p>
            <a:pPr lvl="0"/>
            <a:r>
              <a:rPr lang="en-US"/>
              <a:t>Click to edit Master text styles</a:t>
            </a:r>
          </a:p>
          <a:p>
            <a:pPr lvl="1"/>
            <a:r>
              <a:rPr lang="en-US"/>
              <a:t>Second level</a:t>
            </a:r>
          </a:p>
          <a:p>
            <a:pPr lvl="2"/>
            <a:r>
              <a:rPr lang="en-US"/>
              <a:t>Third level</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76129601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mparis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548640" y="548640"/>
            <a:ext cx="10745788" cy="1188720"/>
          </a:xfrm>
        </p:spPr>
        <p:txBody>
          <a:bodyPr anchor="b" anchorCtr="0"/>
          <a:lstStyle/>
          <a:p>
            <a:r>
              <a:rPr lang="en-US" dirty="0"/>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548640" y="2363064"/>
            <a:ext cx="5157787" cy="559834"/>
          </a:xfrm>
        </p:spPr>
        <p:txBody>
          <a:bodyPr anchor="b">
            <a:normAutofit/>
          </a:bodyPr>
          <a:lstStyle>
            <a:lvl1pPr marL="0" indent="0">
              <a:lnSpc>
                <a:spcPct val="90000"/>
              </a:lnSpc>
              <a:buNone/>
              <a:defRPr sz="1800" b="1" cap="none" baseline="0">
                <a:latin typeface="Raleway"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2363064"/>
            <a:ext cx="5183188" cy="559834"/>
          </a:xfrm>
        </p:spPr>
        <p:txBody>
          <a:bodyPr anchor="b">
            <a:normAutofit/>
          </a:bodyPr>
          <a:lstStyle>
            <a:lvl1pPr marL="0" indent="0">
              <a:lnSpc>
                <a:spcPct val="90000"/>
              </a:lnSpc>
              <a:buNone/>
              <a:defRPr sz="1800" b="1" cap="none" baseline="0">
                <a:latin typeface="Raleway"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548640" y="3149594"/>
            <a:ext cx="5157788" cy="3108960"/>
          </a:xfrm>
        </p:spPr>
        <p:txBody>
          <a:bodyPr/>
          <a:lstStyle>
            <a:lvl1pPr marL="0" indent="0">
              <a:buNone/>
              <a:defRPr/>
            </a:lvl1pPr>
            <a:lvl2pPr marL="228600" indent="0">
              <a:buNone/>
              <a:defRPr/>
            </a:lvl2pPr>
            <a:lvl3pPr marL="457200" indent="0">
              <a:buNone/>
              <a:defRPr/>
            </a:lvl3pPr>
          </a:lstStyle>
          <a:p>
            <a:pPr lvl="0"/>
            <a:r>
              <a:rPr lang="en-US" dirty="0"/>
              <a:t>Click to edit Master text styles</a:t>
            </a:r>
          </a:p>
          <a:p>
            <a:pPr lvl="1"/>
            <a:r>
              <a:rPr lang="en-US" dirty="0"/>
              <a:t>Second level</a:t>
            </a:r>
          </a:p>
          <a:p>
            <a:pPr lvl="2"/>
            <a:r>
              <a:rPr lang="en-US" dirty="0"/>
              <a:t>Third level</a:t>
            </a:r>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172200" y="3149594"/>
            <a:ext cx="5183188" cy="3108960"/>
          </a:xfrm>
        </p:spPr>
        <p:txBody>
          <a:bodyPr/>
          <a:lstStyle>
            <a:lvl1pPr marL="0" indent="0">
              <a:buNone/>
              <a:defRPr/>
            </a:lvl1pPr>
            <a:lvl2pPr marL="228600" indent="0">
              <a:buNone/>
              <a:defRPr/>
            </a:lvl2pPr>
            <a:lvl3pPr marL="457200" indent="0">
              <a:buNone/>
              <a:defRPr/>
            </a:lvl3pPr>
          </a:lstStyle>
          <a:p>
            <a:pPr lvl="0"/>
            <a:r>
              <a:rPr lang="en-US" dirty="0"/>
              <a:t>Click to edit Master text styles</a:t>
            </a:r>
          </a:p>
          <a:p>
            <a:pPr lvl="1"/>
            <a:r>
              <a:rPr lang="en-US" dirty="0"/>
              <a:t>Second level</a:t>
            </a:r>
          </a:p>
          <a:p>
            <a:pPr lvl="2"/>
            <a:r>
              <a:rPr lang="en-US" dirty="0"/>
              <a:t>Third level</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417662474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548640" y="548640"/>
            <a:ext cx="10653578" cy="1188720"/>
          </a:xfrm>
        </p:spPr>
        <p:txBody>
          <a:bodyPr anchor="b" anchorCtr="0"/>
          <a:lstStyle/>
          <a:p>
            <a:r>
              <a:rPr lang="en-US"/>
              <a:t>Click to edit Master title style</a:t>
            </a:r>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29422503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383067787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48640" y="553616"/>
            <a:ext cx="3595634" cy="1757505"/>
          </a:xfrm>
        </p:spPr>
        <p:txBody>
          <a:bodyPr anchor="t">
            <a:normAutofit/>
          </a:bodyPr>
          <a:lstStyle>
            <a:lvl1pPr>
              <a:defRPr sz="2800"/>
            </a:lvl1pPr>
          </a:lstStyle>
          <a:p>
            <a:r>
              <a:rPr lang="en-US" dirty="0"/>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48640" y="2311121"/>
            <a:ext cx="3595634"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5"/>
            <a:ext cx="6440258" cy="5755109"/>
          </a:xfrm>
        </p:spPr>
        <p:txBody>
          <a:bodyPr>
            <a:normAutofit/>
          </a:bodyPr>
          <a:lstStyle>
            <a:lvl1pPr marL="0" indent="0">
              <a:buNone/>
              <a:defRPr sz="2000"/>
            </a:lvl1pPr>
            <a:lvl2pPr marL="228600" indent="0">
              <a:buNone/>
              <a:defRPr sz="1800"/>
            </a:lvl2pPr>
            <a:lvl3pPr marL="457200" indent="0">
              <a:buNone/>
              <a:defRPr sz="1600"/>
            </a:lvl3pPr>
            <a:lvl4pPr marL="685800" indent="0">
              <a:buNone/>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107881835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48640" y="557784"/>
            <a:ext cx="3595634" cy="2212313"/>
          </a:xfrm>
        </p:spPr>
        <p:txBody>
          <a:bodyPr anchor="t">
            <a:normAutofit/>
          </a:bodyPr>
          <a:lstStyle>
            <a:lvl1pPr>
              <a:defRPr sz="2800"/>
            </a:lvl1pPr>
          </a:lstStyle>
          <a:p>
            <a:r>
              <a:rPr lang="en-US" dirty="0"/>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548640"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Picture Placeholder 8">
            <a:extLst>
              <a:ext uri="{FF2B5EF4-FFF2-40B4-BE49-F238E27FC236}">
                <a16:creationId xmlns:a16="http://schemas.microsoft.com/office/drawing/2014/main" id="{C22A121F-E5F6-5A23-9964-F85D3A0008FA}"/>
              </a:ext>
            </a:extLst>
          </p:cNvPr>
          <p:cNvSpPr>
            <a:spLocks noGrp="1"/>
          </p:cNvSpPr>
          <p:nvPr>
            <p:ph type="pic" idx="1"/>
          </p:nvPr>
        </p:nvSpPr>
        <p:spPr>
          <a:xfrm>
            <a:off x="5058294" y="552552"/>
            <a:ext cx="6519080" cy="5752896"/>
          </a:xfrm>
          <a:custGeom>
            <a:avLst/>
            <a:gdLst>
              <a:gd name="connsiteX0" fmla="*/ 485669 w 6519080"/>
              <a:gd name="connsiteY0" fmla="*/ 0 h 5752896"/>
              <a:gd name="connsiteX1" fmla="*/ 6033412 w 6519080"/>
              <a:gd name="connsiteY1" fmla="*/ 0 h 5752896"/>
              <a:gd name="connsiteX2" fmla="*/ 6512642 w 6519080"/>
              <a:gd name="connsiteY2" fmla="*/ 390584 h 5752896"/>
              <a:gd name="connsiteX3" fmla="*/ 6519080 w 6519080"/>
              <a:gd name="connsiteY3" fmla="*/ 454449 h 5752896"/>
              <a:gd name="connsiteX4" fmla="*/ 6519080 w 6519080"/>
              <a:gd name="connsiteY4" fmla="*/ 5298446 h 5752896"/>
              <a:gd name="connsiteX5" fmla="*/ 6512642 w 6519080"/>
              <a:gd name="connsiteY5" fmla="*/ 5362311 h 5752896"/>
              <a:gd name="connsiteX6" fmla="*/ 6033412 w 6519080"/>
              <a:gd name="connsiteY6" fmla="*/ 5752896 h 5752896"/>
              <a:gd name="connsiteX7" fmla="*/ 485669 w 6519080"/>
              <a:gd name="connsiteY7" fmla="*/ 5752896 h 5752896"/>
              <a:gd name="connsiteX8" fmla="*/ 6438 w 6519080"/>
              <a:gd name="connsiteY8" fmla="*/ 5362311 h 5752896"/>
              <a:gd name="connsiteX9" fmla="*/ 0 w 6519080"/>
              <a:gd name="connsiteY9" fmla="*/ 5298451 h 5752896"/>
              <a:gd name="connsiteX10" fmla="*/ 0 w 6519080"/>
              <a:gd name="connsiteY10" fmla="*/ 454445 h 5752896"/>
              <a:gd name="connsiteX11" fmla="*/ 6438 w 6519080"/>
              <a:gd name="connsiteY11" fmla="*/ 390584 h 5752896"/>
              <a:gd name="connsiteX12" fmla="*/ 485669 w 6519080"/>
              <a:gd name="connsiteY12" fmla="*/ 0 h 5752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519080" h="5752896">
                <a:moveTo>
                  <a:pt x="485669" y="0"/>
                </a:moveTo>
                <a:lnTo>
                  <a:pt x="6033412" y="0"/>
                </a:lnTo>
                <a:cubicBezTo>
                  <a:pt x="6269802" y="0"/>
                  <a:pt x="6467029" y="167678"/>
                  <a:pt x="6512642" y="390584"/>
                </a:cubicBezTo>
                <a:lnTo>
                  <a:pt x="6519080" y="454449"/>
                </a:lnTo>
                <a:lnTo>
                  <a:pt x="6519080" y="5298446"/>
                </a:lnTo>
                <a:lnTo>
                  <a:pt x="6512642" y="5362311"/>
                </a:lnTo>
                <a:cubicBezTo>
                  <a:pt x="6467029" y="5585218"/>
                  <a:pt x="6269802" y="5752896"/>
                  <a:pt x="6033412" y="5752896"/>
                </a:cubicBezTo>
                <a:lnTo>
                  <a:pt x="485669" y="5752896"/>
                </a:lnTo>
                <a:cubicBezTo>
                  <a:pt x="249278" y="5752896"/>
                  <a:pt x="52051" y="5585218"/>
                  <a:pt x="6438" y="5362311"/>
                </a:cubicBezTo>
                <a:lnTo>
                  <a:pt x="0" y="5298451"/>
                </a:lnTo>
                <a:lnTo>
                  <a:pt x="0" y="454445"/>
                </a:lnTo>
                <a:lnTo>
                  <a:pt x="6438" y="390584"/>
                </a:lnTo>
                <a:cubicBezTo>
                  <a:pt x="52051" y="167678"/>
                  <a:pt x="249278" y="0"/>
                  <a:pt x="485669" y="0"/>
                </a:cubicBezTo>
                <a:close/>
              </a:path>
            </a:pathLst>
          </a:custGeom>
          <a:blipFill dpi="0" rotWithShape="1">
            <a:blip r:embed="rId2">
              <a:alphaModFix amt="60000"/>
            </a:blip>
            <a:srcRect/>
            <a:stretch>
              <a:fillRect/>
            </a:stretch>
          </a:blipFill>
        </p:spPr>
        <p:txBody>
          <a:bodyPr wrap="square">
            <a:no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158083149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0" y="684674"/>
            <a:ext cx="7342307" cy="1133856"/>
          </a:xfrm>
        </p:spPr>
        <p:txBody>
          <a:bodyPr anchor="b">
            <a:noAutofit/>
          </a:bodyPr>
          <a:lstStyle>
            <a:lvl1pPr>
              <a:defRPr sz="4000">
                <a:solidFill>
                  <a:schemeClr val="tx1"/>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48640" y="2867591"/>
            <a:ext cx="10890374" cy="2743200"/>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Tree>
    <p:extLst>
      <p:ext uri="{BB962C8B-B14F-4D97-AF65-F5344CB8AC3E}">
        <p14:creationId xmlns:p14="http://schemas.microsoft.com/office/powerpoint/2010/main" val="2849228253"/>
      </p:ext>
    </p:extLst>
  </p:cSld>
  <p:clrMapOvr>
    <a:overrideClrMapping bg1="dk1" tx1="lt1" bg2="dk2" tx2="lt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0" y="684674"/>
            <a:ext cx="11107780" cy="1133856"/>
          </a:xfrm>
        </p:spPr>
        <p:txBody>
          <a:bodyPr anchor="b">
            <a:noAutofit/>
          </a:bodyPr>
          <a:lstStyle>
            <a:lvl1pPr>
              <a:defRPr sz="4000">
                <a:solidFill>
                  <a:schemeClr val="tx1"/>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48639" y="2867591"/>
            <a:ext cx="11107779" cy="2743200"/>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Tree>
    <p:extLst>
      <p:ext uri="{BB962C8B-B14F-4D97-AF65-F5344CB8AC3E}">
        <p14:creationId xmlns:p14="http://schemas.microsoft.com/office/powerpoint/2010/main" val="1231423482"/>
      </p:ext>
    </p:extLst>
  </p:cSld>
  <p:clrMapOvr>
    <a:overrideClrMapping bg1="dk1" tx1="lt1" bg2="dk2" tx2="lt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Conclusion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0" y="1627318"/>
            <a:ext cx="8430767" cy="1842020"/>
          </a:xfrm>
        </p:spPr>
        <p:txBody>
          <a:bodyPr anchor="b">
            <a:noAutofit/>
          </a:bodyPr>
          <a:lstStyle>
            <a:lvl1pPr>
              <a:defRPr sz="4000">
                <a:solidFill>
                  <a:schemeClr val="tx1"/>
                </a:soli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548640" y="3622674"/>
            <a:ext cx="8430639" cy="1279615"/>
          </a:xfrm>
        </p:spPr>
        <p:txBody>
          <a:bodyPr>
            <a:noAutofit/>
          </a:bodyPr>
          <a:lstStyle>
            <a:lvl1pPr marL="0" indent="0">
              <a:buNone/>
              <a:defRPr sz="1800">
                <a:solidFill>
                  <a:schemeClr val="tx1"/>
                </a:solidFill>
              </a:defRPr>
            </a:lvl1pPr>
            <a:lvl2pPr marL="228600" indent="0">
              <a:buNone/>
              <a:defRPr sz="1600">
                <a:solidFill>
                  <a:schemeClr val="tx1"/>
                </a:solidFill>
              </a:defRPr>
            </a:lvl2pPr>
            <a:lvl3pPr marL="457200" indent="0">
              <a:buNone/>
              <a:defRPr sz="1400">
                <a:solidFill>
                  <a:schemeClr val="tx1"/>
                </a:solidFill>
              </a:defRPr>
            </a:lvl3pPr>
            <a:lvl4pPr marL="685800" indent="0">
              <a:buNone/>
              <a:defRPr sz="1200">
                <a:solidFill>
                  <a:schemeClr val="tx1"/>
                </a:solidFill>
              </a:defRPr>
            </a:lvl4pPr>
            <a:lvl5pPr marL="914400" indent="0">
              <a:buNone/>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Tree>
    <p:extLst>
      <p:ext uri="{BB962C8B-B14F-4D97-AF65-F5344CB8AC3E}">
        <p14:creationId xmlns:p14="http://schemas.microsoft.com/office/powerpoint/2010/main" val="1155585077"/>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227213" y="137965"/>
            <a:ext cx="429207" cy="365125"/>
          </a:xfrm>
          <a:prstGeom prst="rect">
            <a:avLst/>
          </a:prstGeom>
        </p:spPr>
        <p:txBody>
          <a:bodyPr vert="horz" lIns="91440" tIns="45720" rIns="91440" bIns="45720" rtlCol="0" anchor="ctr"/>
          <a:lstStyle>
            <a:lvl1pPr algn="r">
              <a:defRPr sz="900">
                <a:solidFill>
                  <a:schemeClr val="tx1"/>
                </a:solidFill>
                <a:latin typeface="Raleway" pitchFamily="2" charset="0"/>
              </a:defRPr>
            </a:lvl1pPr>
          </a:lstStyle>
          <a:p>
            <a:fld id="{CC057153-B650-4DEB-B370-79DDCFDCE934}" type="slidenum">
              <a:rPr lang="en-US" smtClean="0"/>
              <a:pPr/>
              <a:t>‹#›</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51015" y="6368780"/>
            <a:ext cx="2805405" cy="365125"/>
          </a:xfrm>
          <a:prstGeom prst="rect">
            <a:avLst/>
          </a:prstGeom>
        </p:spPr>
        <p:txBody>
          <a:bodyPr vert="horz" lIns="91440" tIns="45720" rIns="91440" bIns="45720" rtlCol="0" anchor="ctr"/>
          <a:lstStyle>
            <a:lvl1pPr algn="r">
              <a:defRPr sz="900">
                <a:solidFill>
                  <a:schemeClr val="tx1"/>
                </a:solidFill>
                <a:latin typeface="Raleway" pitchFamily="2" charset="0"/>
              </a:defRPr>
            </a:lvl1pPr>
          </a:lstStyle>
          <a:p>
            <a:r>
              <a:rPr lang="en-US" dirty="0"/>
              <a:t>Sample Footer Text</a:t>
            </a:r>
          </a:p>
        </p:txBody>
      </p:sp>
    </p:spTree>
    <p:extLst>
      <p:ext uri="{BB962C8B-B14F-4D97-AF65-F5344CB8AC3E}">
        <p14:creationId xmlns:p14="http://schemas.microsoft.com/office/powerpoint/2010/main" val="4065343886"/>
      </p:ext>
    </p:extLst>
  </p:cSld>
  <p:clrMap bg1="lt1" tx1="dk1" bg2="lt2" tx2="dk2" accent1="accent1" accent2="accent2" accent3="accent3" accent4="accent4" accent5="accent5" accent6="accent6" hlink="hlink" folHlink="folHlink"/>
  <p:sldLayoutIdLst>
    <p:sldLayoutId id="2147483832" r:id="rId1"/>
    <p:sldLayoutId id="2147483833" r:id="rId2"/>
    <p:sldLayoutId id="2147483834" r:id="rId3"/>
    <p:sldLayoutId id="2147483835" r:id="rId4"/>
    <p:sldLayoutId id="2147483836" r:id="rId5"/>
    <p:sldLayoutId id="2147483837" r:id="rId6"/>
    <p:sldLayoutId id="2147483838" r:id="rId7"/>
    <p:sldLayoutId id="2147483839" r:id="rId8"/>
    <p:sldLayoutId id="2147483840" r:id="rId9"/>
    <p:sldLayoutId id="2147483841" r:id="rId10"/>
    <p:sldLayoutId id="2147483842" r:id="rId11"/>
    <p:sldLayoutId id="2147483843" r:id="rId12"/>
    <p:sldLayoutId id="2147483844" r:id="rId13"/>
    <p:sldLayoutId id="2147483845" r:id="rId14"/>
    <p:sldLayoutId id="2147483846" r:id="rId15"/>
    <p:sldLayoutId id="2147483847" r:id="rId16"/>
    <p:sldLayoutId id="2147483848" r:id="rId17"/>
    <p:sldLayoutId id="2147483849" r:id="rId18"/>
    <p:sldLayoutId id="2147483850" r:id="rId19"/>
    <p:sldLayoutId id="2147483851" r:id="rId20"/>
    <p:sldLayoutId id="2147483852" r:id="rId21"/>
    <p:sldLayoutId id="2147483853" r:id="rId22"/>
    <p:sldLayoutId id="2147483854" r:id="rId23"/>
    <p:sldLayoutId id="2147483855" r:id="rId24"/>
    <p:sldLayoutId id="2147483856" r:id="rId25"/>
    <p:sldLayoutId id="2147483857" r:id="rId26"/>
    <p:sldLayoutId id="2147483858" r:id="rId27"/>
    <p:sldLayoutId id="2147483859" r:id="rId28"/>
    <p:sldLayoutId id="2147483860" r:id="rId29"/>
    <p:sldLayoutId id="2147483861" r:id="rId30"/>
    <p:sldLayoutId id="2147483862" r:id="rId31"/>
    <p:sldLayoutId id="2147483863" r:id="rId32"/>
    <p:sldLayoutId id="2147483864" r:id="rId33"/>
    <p:sldLayoutId id="2147483865" r:id="rId34"/>
    <p:sldLayoutId id="2147483866" r:id="rId35"/>
    <p:sldLayoutId id="2147483867" r:id="rId36"/>
    <p:sldLayoutId id="2147483868" r:id="rId37"/>
    <p:sldLayoutId id="2147483869" r:id="rId38"/>
    <p:sldLayoutId id="2147483870" r:id="rId39"/>
    <p:sldLayoutId id="2147483871" r:id="rId40"/>
    <p:sldLayoutId id="2147483872" r:id="rId41"/>
    <p:sldLayoutId id="2147483873" r:id="rId42"/>
    <p:sldLayoutId id="2147483874" r:id="rId43"/>
    <p:sldLayoutId id="2147483875" r:id="rId44"/>
    <p:sldLayoutId id="2147483876" r:id="rId45"/>
    <p:sldLayoutId id="2147483877" r:id="rId46"/>
    <p:sldLayoutId id="2147483878" r:id="rId47"/>
    <p:sldLayoutId id="2147483879" r:id="rId48"/>
    <p:sldLayoutId id="2147483880" r:id="rId49"/>
    <p:sldLayoutId id="2147483881" r:id="rId50"/>
    <p:sldLayoutId id="2147483882" r:id="rId51"/>
    <p:sldLayoutId id="2147483883" r:id="rId52"/>
    <p:sldLayoutId id="2147483884" r:id="rId53"/>
    <p:sldLayoutId id="2147483885" r:id="rId54"/>
    <p:sldLayoutId id="2147483886" r:id="rId55"/>
    <p:sldLayoutId id="2147483887" r:id="rId56"/>
    <p:sldLayoutId id="2147483888" r:id="rId57"/>
    <p:sldLayoutId id="2147483889" r:id="rId58"/>
  </p:sldLayoutIdLst>
  <p:hf sldNum="0" hdr="0" ftr="0" dt="0"/>
  <p:txStyles>
    <p:titleStyle>
      <a:lvl1pPr algn="l" defTabSz="914400" rtl="0" eaLnBrk="1" latinLnBrk="0" hangingPunct="1">
        <a:lnSpc>
          <a:spcPct val="90000"/>
        </a:lnSpc>
        <a:spcBef>
          <a:spcPct val="0"/>
        </a:spcBef>
        <a:buNone/>
        <a:defRPr sz="4000" b="0" i="0" kern="1200">
          <a:solidFill>
            <a:schemeClr val="accent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Century Gothic" panose="020B0502020202020204" pitchFamily="34" charset="0"/>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 Id="rId3" Type="http://schemas.microsoft.com/office/2007/relationships/hdphoto" Target="../media/hdphoto1.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13C91-E510-4F7C-818F-C46FECE88830}"/>
              </a:ext>
            </a:extLst>
          </p:cNvPr>
          <p:cNvSpPr>
            <a:spLocks noGrp="1"/>
          </p:cNvSpPr>
          <p:nvPr>
            <p:ph type="ctrTitle"/>
          </p:nvPr>
        </p:nvSpPr>
        <p:spPr>
          <a:xfrm>
            <a:off x="1111826" y="4957555"/>
            <a:ext cx="6858000" cy="1737360"/>
          </a:xfrm>
        </p:spPr>
        <p:txBody>
          <a:bodyPr/>
          <a:lstStyle/>
          <a:p>
            <a:r>
              <a:rPr lang="en-US" dirty="0"/>
              <a:t>Financial growth &amp; strategy </a:t>
            </a:r>
          </a:p>
        </p:txBody>
      </p:sp>
      <p:sp>
        <p:nvSpPr>
          <p:cNvPr id="3" name="Subtitle 2">
            <a:extLst>
              <a:ext uri="{FF2B5EF4-FFF2-40B4-BE49-F238E27FC236}">
                <a16:creationId xmlns:a16="http://schemas.microsoft.com/office/drawing/2014/main" id="{A7A0F1FF-87FC-80DD-5AB5-4F02641B336E}"/>
              </a:ext>
            </a:extLst>
          </p:cNvPr>
          <p:cNvSpPr>
            <a:spLocks noGrp="1"/>
          </p:cNvSpPr>
          <p:nvPr>
            <p:ph type="subTitle" idx="1"/>
          </p:nvPr>
        </p:nvSpPr>
        <p:spPr>
          <a:xfrm>
            <a:off x="8160328" y="4957555"/>
            <a:ext cx="3496092" cy="1322653"/>
          </a:xfrm>
        </p:spPr>
        <p:txBody>
          <a:bodyPr/>
          <a:lstStyle/>
          <a:p>
            <a:r>
              <a:rPr lang="en-US" dirty="0"/>
              <a:t>Presented by Frey Munch</a:t>
            </a:r>
          </a:p>
        </p:txBody>
      </p:sp>
      <p:pic>
        <p:nvPicPr>
          <p:cNvPr id="8" name="Picture Placeholder 7" descr="A spiral staircase ">
            <a:extLst>
              <a:ext uri="{FF2B5EF4-FFF2-40B4-BE49-F238E27FC236}">
                <a16:creationId xmlns:a16="http://schemas.microsoft.com/office/drawing/2014/main" id="{7F349D00-DBC6-DA65-90E2-9816C663E17B}"/>
              </a:ext>
            </a:extLst>
          </p:cNvPr>
          <p:cNvPicPr>
            <a:picLocks noGrp="1" noChangeAspect="1"/>
          </p:cNvPicPr>
          <p:nvPr>
            <p:ph type="pic" sz="quarter" idx="13"/>
          </p:nvPr>
        </p:nvPicPr>
        <p:blipFill>
          <a:blip r:embed="rId2">
            <a:extLst>
              <a:ext uri="{BEBA8EAE-BF5A-486C-A8C5-ECC9F3942E4B}">
                <a14:imgProps xmlns:a14="http://schemas.microsoft.com/office/drawing/2010/main">
                  <a14:imgLayer r:embed="rId3">
                    <a14:imgEffect>
                      <a14:colorTemperature colorTemp="5318"/>
                    </a14:imgEffect>
                    <a14:imgEffect>
                      <a14:saturation sat="0"/>
                    </a14:imgEffect>
                    <a14:imgEffect>
                      <a14:brightnessContrast contrast="19000"/>
                    </a14:imgEffect>
                  </a14:imgLayer>
                </a14:imgProps>
              </a:ext>
              <a:ext uri="{28A0092B-C50C-407E-A947-70E740481C1C}">
                <a14:useLocalDpi xmlns:a14="http://schemas.microsoft.com/office/drawing/2010/main" val="0"/>
              </a:ext>
            </a:extLst>
          </a:blip>
          <a:srcRect t="25200" b="25200"/>
          <a:stretch/>
        </p:blipFill>
        <p:spPr>
          <a:xfrm>
            <a:off x="1230139" y="629340"/>
            <a:ext cx="10976149" cy="4081805"/>
          </a:xfrm>
        </p:spPr>
      </p:pic>
    </p:spTree>
    <p:extLst>
      <p:ext uri="{BB962C8B-B14F-4D97-AF65-F5344CB8AC3E}">
        <p14:creationId xmlns:p14="http://schemas.microsoft.com/office/powerpoint/2010/main" val="3399578428"/>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3B70"/>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TextBox 3"/>
          <p:cNvSpPr txBox="1"/>
          <p:nvPr/>
        </p:nvSpPr>
        <p:spPr>
          <a:xfrm>
            <a:off x="914400" y="1828800"/>
            <a:ext cx="10360152" cy="1371600"/>
          </a:xfrm>
          <a:prstGeom prst="rect">
            <a:avLst/>
          </a:prstGeom>
          <a:noFill/>
        </p:spPr>
        <p:txBody>
          <a:bodyPr wrap="square">
            <a:spAutoFit/>
          </a:bodyPr>
          <a:lstStyle/>
          <a:p>
            <a:pPr algn="ctr"/>
            <a:r>
              <a:rPr sz="3600" b="1">
                <a:solidFill>
                  <a:srgbClr val="FFFFFF"/>
                </a:solidFill>
                <a:latin typeface="Calibri"/>
              </a:rPr>
              <a:t>Friction analysis complete.</a:t>
            </a:r>
          </a:p>
        </p:txBody>
      </p:sp>
      <p:cxnSp>
        <p:nvCxnSpPr>
          <p:cNvPr id="5" name="Connector 4"/>
          <p:cNvCxnSpPr/>
          <p:nvPr/>
        </p:nvCxnSpPr>
        <p:spPr>
          <a:xfrm>
            <a:off x="2743200" y="3474720"/>
            <a:ext cx="6702552" cy="0"/>
          </a:xfrm>
          <a:prstGeom prst="line">
            <a:avLst/>
          </a:prstGeom>
          <a:ln w="12700">
            <a:solidFill>
              <a:srgbClr val="FFFFF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371600" y="3840480"/>
            <a:ext cx="9445752" cy="914400"/>
          </a:xfrm>
          <a:prstGeom prst="rect">
            <a:avLst/>
          </a:prstGeom>
          <a:noFill/>
        </p:spPr>
        <p:txBody>
          <a:bodyPr wrap="square">
            <a:spAutoFit/>
          </a:bodyPr>
          <a:lstStyle/>
          <a:p>
            <a:pPr algn="ctr"/>
            <a:r>
              <a:rPr sz="1400" b="0">
                <a:solidFill>
                  <a:srgbClr val="888888"/>
                </a:solidFill>
                <a:latin typeface="Calibri"/>
              </a:rPr>
              <a:t>16 customer calls analyzed | 1 friction themes identified | 50% preventable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TextBox 3"/>
          <p:cNvSpPr txBox="1"/>
          <p:nvPr/>
        </p:nvSpPr>
        <p:spPr>
          <a:xfrm>
            <a:off x="548640" y="365760"/>
            <a:ext cx="10972800" cy="640080"/>
          </a:xfrm>
          <a:prstGeom prst="rect">
            <a:avLst/>
          </a:prstGeom>
          <a:noFill/>
        </p:spPr>
        <p:txBody>
          <a:bodyPr wrap="square">
            <a:spAutoFit/>
          </a:bodyPr>
          <a:lstStyle/>
          <a:p>
            <a:pPr algn="l"/>
            <a:r>
              <a:rPr sz="2800" b="1">
                <a:solidFill>
                  <a:srgbClr val="003B70"/>
                </a:solidFill>
                <a:latin typeface="Calibri"/>
              </a:rPr>
              <a:t>Critical Pain Points</a:t>
            </a:r>
          </a:p>
        </p:txBody>
      </p:sp>
      <p:sp>
        <p:nvSpPr>
          <p:cNvPr id="5" name="Rectangle 4"/>
          <p:cNvSpPr/>
          <p:nvPr/>
        </p:nvSpPr>
        <p:spPr>
          <a:xfrm>
            <a:off x="548640" y="1280160"/>
            <a:ext cx="73152" cy="475488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 y="1280160"/>
            <a:ext cx="3401568" cy="475488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463039"/>
            <a:ext cx="3108960" cy="365760"/>
          </a:xfrm>
          <a:prstGeom prst="rect">
            <a:avLst/>
          </a:prstGeom>
          <a:noFill/>
        </p:spPr>
        <p:txBody>
          <a:bodyPr wrap="square">
            <a:spAutoFit/>
          </a:bodyPr>
          <a:lstStyle/>
          <a:p>
            <a:pPr algn="l"/>
            <a:r>
              <a:rPr sz="1600" b="1">
                <a:solidFill>
                  <a:srgbClr val="333333"/>
                </a:solidFill>
                <a:latin typeface="Calibri"/>
              </a:rPr>
              <a:t>Cashback redemption preference setting is hidden under Rewards &gt; Settings &gt; Preferences &gt; Redemption Method (4 levels deep), making it difficult for customers to find and manage. There is also no option to set a default redemption method, requiring manual selection for every redemption.</a:t>
            </a:r>
          </a:p>
        </p:txBody>
      </p:sp>
      <p:sp>
        <p:nvSpPr>
          <p:cNvPr id="8" name="TextBox 7"/>
          <p:cNvSpPr txBox="1"/>
          <p:nvPr/>
        </p:nvSpPr>
        <p:spPr>
          <a:xfrm>
            <a:off x="777240" y="1920239"/>
            <a:ext cx="3108960" cy="274320"/>
          </a:xfrm>
          <a:prstGeom prst="rect">
            <a:avLst/>
          </a:prstGeom>
          <a:noFill/>
        </p:spPr>
        <p:txBody>
          <a:bodyPr wrap="square">
            <a:spAutoFit/>
          </a:bodyPr>
          <a:lstStyle/>
          <a:p>
            <a:pPr algn="l"/>
            <a:r>
              <a:rPr sz="1000" b="0">
                <a:solidFill>
                  <a:srgbClr val="888888"/>
                </a:solidFill>
                <a:latin typeface="Calibri"/>
              </a:rPr>
              <a:t>0 calls |  | Priority: 8.0</a:t>
            </a:r>
          </a:p>
        </p:txBody>
      </p:sp>
      <p:sp>
        <p:nvSpPr>
          <p:cNvPr id="9" name="TextBox 8"/>
          <p:cNvSpPr txBox="1"/>
          <p:nvPr/>
        </p:nvSpPr>
        <p:spPr>
          <a:xfrm>
            <a:off x="777240" y="2377439"/>
            <a:ext cx="3108960" cy="228600"/>
          </a:xfrm>
          <a:prstGeom prst="rect">
            <a:avLst/>
          </a:prstGeom>
          <a:noFill/>
        </p:spPr>
        <p:txBody>
          <a:bodyPr wrap="square">
            <a:spAutoFit/>
          </a:bodyPr>
          <a:lstStyle/>
          <a:p>
            <a:pPr algn="l"/>
            <a:r>
              <a:rPr sz="1200" b="1">
                <a:solidFill>
                  <a:srgbClr val="333333"/>
                </a:solidFill>
                <a:latin typeface="Calibri"/>
              </a:rPr>
              <a:t>Issue:</a:t>
            </a:r>
          </a:p>
        </p:txBody>
      </p:sp>
      <p:sp>
        <p:nvSpPr>
          <p:cNvPr id="10" name="TextBox 9"/>
          <p:cNvSpPr txBox="1"/>
          <p:nvPr/>
        </p:nvSpPr>
        <p:spPr>
          <a:xfrm>
            <a:off x="777240" y="2651759"/>
            <a:ext cx="3108960" cy="914400"/>
          </a:xfrm>
          <a:prstGeom prst="rect">
            <a:avLst/>
          </a:prstGeom>
          <a:noFill/>
        </p:spPr>
        <p:txBody>
          <a:bodyPr wrap="square">
            <a:spAutoFit/>
          </a:bodyPr>
          <a:lstStyle/>
          <a:p>
            <a:pPr algn="l"/>
            <a:r>
              <a:rPr sz="1100" b="0">
                <a:solidFill>
                  <a:srgbClr val="333333"/>
                </a:solidFill>
                <a:latin typeface="Calibri"/>
              </a:rPr>
              <a:t>Cashback redemption preference setting is hidden under Rewards &gt; Settings &gt; Preferences &gt; Redemption Method (4 levels deep), making it difficult for customers to find and manage. There is also no option to set a default redemption method, requiring manual selection for every redemption.</a:t>
            </a:r>
          </a:p>
        </p:txBody>
      </p:sp>
      <p:sp>
        <p:nvSpPr>
          <p:cNvPr id="11" name="TextBox 10"/>
          <p:cNvSpPr txBox="1"/>
          <p:nvPr/>
        </p:nvSpPr>
        <p:spPr>
          <a:xfrm>
            <a:off x="777240" y="3749039"/>
            <a:ext cx="3108960" cy="228600"/>
          </a:xfrm>
          <a:prstGeom prst="rect">
            <a:avLst/>
          </a:prstGeom>
          <a:noFill/>
        </p:spPr>
        <p:txBody>
          <a:bodyPr wrap="square">
            <a:spAutoFit/>
          </a:bodyPr>
          <a:lstStyle/>
          <a:p>
            <a:pPr algn="l"/>
            <a:r>
              <a:rPr sz="1200" b="1">
                <a:solidFill>
                  <a:srgbClr val="27AE60"/>
                </a:solidFill>
                <a:latin typeface="Calibri"/>
              </a:rPr>
              <a:t>Fix:</a:t>
            </a:r>
          </a:p>
        </p:txBody>
      </p:sp>
      <p:sp>
        <p:nvSpPr>
          <p:cNvPr id="12" name="TextBox 11"/>
          <p:cNvSpPr txBox="1"/>
          <p:nvPr/>
        </p:nvSpPr>
        <p:spPr>
          <a:xfrm>
            <a:off x="777240" y="4023359"/>
            <a:ext cx="3108960" cy="914400"/>
          </a:xfrm>
          <a:prstGeom prst="rect">
            <a:avLst/>
          </a:prstGeom>
          <a:noFill/>
        </p:spPr>
        <p:txBody>
          <a:bodyPr wrap="square">
            <a:spAutoFit/>
          </a:bodyPr>
          <a:lstStyle/>
          <a:p>
            <a:pPr algn="l"/>
            <a:r>
              <a:rPr sz="1100" b="0">
                <a:solidFill>
                  <a:srgbClr val="333333"/>
                </a:solidFill>
                <a:latin typeface="Calibri"/>
              </a:rPr>
              <a:t>Simplify navigation to redemption preferences (max 2 taps) and add a 'Set as Default' option for cashback redemption methods.</a:t>
            </a:r>
          </a:p>
        </p:txBody>
      </p:sp>
      <p:sp>
        <p:nvSpPr>
          <p:cNvPr id="13" name="TextBox 12"/>
          <p:cNvSpPr txBox="1"/>
          <p:nvPr/>
        </p:nvSpPr>
        <p:spPr>
          <a:xfrm>
            <a:off x="777240" y="5120640"/>
            <a:ext cx="3108960" cy="274320"/>
          </a:xfrm>
          <a:prstGeom prst="rect">
            <a:avLst/>
          </a:prstGeom>
          <a:noFill/>
        </p:spPr>
        <p:txBody>
          <a:bodyPr wrap="square">
            <a:spAutoFit/>
          </a:bodyPr>
          <a:lstStyle/>
          <a:p>
            <a:pPr algn="l"/>
            <a:r>
              <a:rPr sz="1000" b="1">
                <a:solidFill>
                  <a:srgbClr val="C0392B"/>
                </a:solidFill>
                <a:latin typeface="Calibri"/>
              </a:rPr>
              <a:t>Digital</a:t>
            </a:r>
          </a:p>
        </p:txBody>
      </p:sp>
      <p:sp>
        <p:nvSpPr>
          <p:cNvPr id="14" name="Rectangle 13"/>
          <p:cNvSpPr/>
          <p:nvPr/>
        </p:nvSpPr>
        <p:spPr>
          <a:xfrm>
            <a:off x="4297679" y="1280160"/>
            <a:ext cx="73152" cy="475488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70831" y="1280160"/>
            <a:ext cx="3401568" cy="475488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26279" y="1463039"/>
            <a:ext cx="3108960" cy="365760"/>
          </a:xfrm>
          <a:prstGeom prst="rect">
            <a:avLst/>
          </a:prstGeom>
          <a:noFill/>
        </p:spPr>
        <p:txBody>
          <a:bodyPr wrap="square">
            <a:spAutoFit/>
          </a:bodyPr>
          <a:lstStyle/>
          <a:p>
            <a:pPr algn="l"/>
            <a:r>
              <a:rPr sz="1600" b="1">
                <a:solidFill>
                  <a:srgbClr val="333333"/>
                </a:solidFill>
                <a:latin typeface="Calibri"/>
              </a:rPr>
              <a:t>Customers cannot see the Merchant Category Code (MCC) used for bonus determination for their transactions, leading to confusion when category bonuses are not applied as expected. Additionally, category bonus exclusions (e.g., gas stations inside grocery stores) are not clearly explained, and there is no digital way to report incorrect merchant coding.</a:t>
            </a:r>
          </a:p>
        </p:txBody>
      </p:sp>
      <p:sp>
        <p:nvSpPr>
          <p:cNvPr id="17" name="TextBox 16"/>
          <p:cNvSpPr txBox="1"/>
          <p:nvPr/>
        </p:nvSpPr>
        <p:spPr>
          <a:xfrm>
            <a:off x="4526279" y="1920239"/>
            <a:ext cx="3108960" cy="274320"/>
          </a:xfrm>
          <a:prstGeom prst="rect">
            <a:avLst/>
          </a:prstGeom>
          <a:noFill/>
        </p:spPr>
        <p:txBody>
          <a:bodyPr wrap="square">
            <a:spAutoFit/>
          </a:bodyPr>
          <a:lstStyle/>
          <a:p>
            <a:pPr algn="l"/>
            <a:r>
              <a:rPr sz="1000" b="0">
                <a:solidFill>
                  <a:srgbClr val="888888"/>
                </a:solidFill>
                <a:latin typeface="Calibri"/>
              </a:rPr>
              <a:t>0 calls |  | Priority: 7.0</a:t>
            </a:r>
          </a:p>
        </p:txBody>
      </p:sp>
      <p:sp>
        <p:nvSpPr>
          <p:cNvPr id="18" name="TextBox 17"/>
          <p:cNvSpPr txBox="1"/>
          <p:nvPr/>
        </p:nvSpPr>
        <p:spPr>
          <a:xfrm>
            <a:off x="4526279" y="2377439"/>
            <a:ext cx="3108960" cy="228600"/>
          </a:xfrm>
          <a:prstGeom prst="rect">
            <a:avLst/>
          </a:prstGeom>
          <a:noFill/>
        </p:spPr>
        <p:txBody>
          <a:bodyPr wrap="square">
            <a:spAutoFit/>
          </a:bodyPr>
          <a:lstStyle/>
          <a:p>
            <a:pPr algn="l"/>
            <a:r>
              <a:rPr sz="1200" b="1">
                <a:solidFill>
                  <a:srgbClr val="333333"/>
                </a:solidFill>
                <a:latin typeface="Calibri"/>
              </a:rPr>
              <a:t>Issue:</a:t>
            </a:r>
          </a:p>
        </p:txBody>
      </p:sp>
      <p:sp>
        <p:nvSpPr>
          <p:cNvPr id="19" name="TextBox 18"/>
          <p:cNvSpPr txBox="1"/>
          <p:nvPr/>
        </p:nvSpPr>
        <p:spPr>
          <a:xfrm>
            <a:off x="4526279" y="2651759"/>
            <a:ext cx="3108960" cy="914400"/>
          </a:xfrm>
          <a:prstGeom prst="rect">
            <a:avLst/>
          </a:prstGeom>
          <a:noFill/>
        </p:spPr>
        <p:txBody>
          <a:bodyPr wrap="square">
            <a:spAutoFit/>
          </a:bodyPr>
          <a:lstStyle/>
          <a:p>
            <a:pPr algn="l"/>
            <a:r>
              <a:rPr sz="1100" b="0">
                <a:solidFill>
                  <a:srgbClr val="333333"/>
                </a:solidFill>
                <a:latin typeface="Calibri"/>
              </a:rPr>
              <a:t>Customers cannot see the Merchant Category Code (MCC) used for bonus determination for their transactions, leading to confusion when category bonuses are not applied as expected. Additionally, category bonus exclusions (e.g., gas stations inside grocery stores) are not clearly explained, and there is no digital way to report incorrect merchant coding.</a:t>
            </a:r>
          </a:p>
        </p:txBody>
      </p:sp>
      <p:sp>
        <p:nvSpPr>
          <p:cNvPr id="20" name="TextBox 19"/>
          <p:cNvSpPr txBox="1"/>
          <p:nvPr/>
        </p:nvSpPr>
        <p:spPr>
          <a:xfrm>
            <a:off x="4526279" y="3749039"/>
            <a:ext cx="3108960" cy="228600"/>
          </a:xfrm>
          <a:prstGeom prst="rect">
            <a:avLst/>
          </a:prstGeom>
          <a:noFill/>
        </p:spPr>
        <p:txBody>
          <a:bodyPr wrap="square">
            <a:spAutoFit/>
          </a:bodyPr>
          <a:lstStyle/>
          <a:p>
            <a:pPr algn="l"/>
            <a:r>
              <a:rPr sz="1200" b="1">
                <a:solidFill>
                  <a:srgbClr val="27AE60"/>
                </a:solidFill>
                <a:latin typeface="Calibri"/>
              </a:rPr>
              <a:t>Fix:</a:t>
            </a:r>
          </a:p>
        </p:txBody>
      </p:sp>
      <p:sp>
        <p:nvSpPr>
          <p:cNvPr id="21" name="TextBox 20"/>
          <p:cNvSpPr txBox="1"/>
          <p:nvPr/>
        </p:nvSpPr>
        <p:spPr>
          <a:xfrm>
            <a:off x="4526279" y="4023359"/>
            <a:ext cx="3108960" cy="914400"/>
          </a:xfrm>
          <a:prstGeom prst="rect">
            <a:avLst/>
          </a:prstGeom>
          <a:noFill/>
        </p:spPr>
        <p:txBody>
          <a:bodyPr wrap="square">
            <a:spAutoFit/>
          </a:bodyPr>
          <a:lstStyle/>
          <a:p>
            <a:pPr algn="l"/>
            <a:r>
              <a:rPr sz="1100" b="0">
                <a:solidFill>
                  <a:srgbClr val="333333"/>
                </a:solidFill>
                <a:latin typeface="Calibri"/>
              </a:rPr>
              <a:t>Display MCC for each transaction in the rewards history, provide clear in-app explanations for category bonus exclusions, and implement an in-app feature to dispute incorrect MCC coding.</a:t>
            </a:r>
          </a:p>
        </p:txBody>
      </p:sp>
      <p:sp>
        <p:nvSpPr>
          <p:cNvPr id="22" name="TextBox 21"/>
          <p:cNvSpPr txBox="1"/>
          <p:nvPr/>
        </p:nvSpPr>
        <p:spPr>
          <a:xfrm>
            <a:off x="4526279" y="5120640"/>
            <a:ext cx="3108960" cy="274320"/>
          </a:xfrm>
          <a:prstGeom prst="rect">
            <a:avLst/>
          </a:prstGeom>
          <a:noFill/>
        </p:spPr>
        <p:txBody>
          <a:bodyPr wrap="square">
            <a:spAutoFit/>
          </a:bodyPr>
          <a:lstStyle/>
          <a:p>
            <a:pPr algn="l"/>
            <a:r>
              <a:rPr sz="1000" b="1">
                <a:solidFill>
                  <a:srgbClr val="E67E22"/>
                </a:solidFill>
                <a:latin typeface="Calibri"/>
              </a:rPr>
              <a:t>Digital</a:t>
            </a:r>
          </a:p>
        </p:txBody>
      </p:sp>
      <p:sp>
        <p:nvSpPr>
          <p:cNvPr id="23" name="Rectangle 22"/>
          <p:cNvSpPr/>
          <p:nvPr/>
        </p:nvSpPr>
        <p:spPr>
          <a:xfrm>
            <a:off x="8046719" y="1280160"/>
            <a:ext cx="73152" cy="4754880"/>
          </a:xfrm>
          <a:prstGeom prst="rect">
            <a:avLst/>
          </a:prstGeom>
          <a:solidFill>
            <a:srgbClr val="006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119871" y="1280160"/>
            <a:ext cx="3401568" cy="475488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75319" y="1463039"/>
            <a:ext cx="3108960" cy="365760"/>
          </a:xfrm>
          <a:prstGeom prst="rect">
            <a:avLst/>
          </a:prstGeom>
          <a:noFill/>
        </p:spPr>
        <p:txBody>
          <a:bodyPr wrap="square">
            <a:spAutoFit/>
          </a:bodyPr>
          <a:lstStyle/>
          <a:p>
            <a:pPr algn="l"/>
            <a:r>
              <a:rPr sz="1600" b="1">
                <a:solidFill>
                  <a:srgbClr val="333333"/>
                </a:solidFill>
                <a:latin typeface="Calibri"/>
              </a:rPr>
              <a:t>The welcome bonus tracker does not show qualifying spend progress in real-time, updating only once per statement cycle, causing anxiety and calls for status updates. Furthermore, bonus terms and qualifying purchase exclusions are presented in fine print that is difficult to read on mobile devices.</a:t>
            </a:r>
          </a:p>
        </p:txBody>
      </p:sp>
      <p:sp>
        <p:nvSpPr>
          <p:cNvPr id="26" name="TextBox 25"/>
          <p:cNvSpPr txBox="1"/>
          <p:nvPr/>
        </p:nvSpPr>
        <p:spPr>
          <a:xfrm>
            <a:off x="8275319" y="1920239"/>
            <a:ext cx="3108960" cy="274320"/>
          </a:xfrm>
          <a:prstGeom prst="rect">
            <a:avLst/>
          </a:prstGeom>
          <a:noFill/>
        </p:spPr>
        <p:txBody>
          <a:bodyPr wrap="square">
            <a:spAutoFit/>
          </a:bodyPr>
          <a:lstStyle/>
          <a:p>
            <a:pPr algn="l"/>
            <a:r>
              <a:rPr sz="1000" b="0">
                <a:solidFill>
                  <a:srgbClr val="888888"/>
                </a:solidFill>
                <a:latin typeface="Calibri"/>
              </a:rPr>
              <a:t>0 calls |  | Priority: 7.0</a:t>
            </a:r>
          </a:p>
        </p:txBody>
      </p:sp>
      <p:sp>
        <p:nvSpPr>
          <p:cNvPr id="27" name="TextBox 26"/>
          <p:cNvSpPr txBox="1"/>
          <p:nvPr/>
        </p:nvSpPr>
        <p:spPr>
          <a:xfrm>
            <a:off x="8275319" y="2377439"/>
            <a:ext cx="3108960" cy="228600"/>
          </a:xfrm>
          <a:prstGeom prst="rect">
            <a:avLst/>
          </a:prstGeom>
          <a:noFill/>
        </p:spPr>
        <p:txBody>
          <a:bodyPr wrap="square">
            <a:spAutoFit/>
          </a:bodyPr>
          <a:lstStyle/>
          <a:p>
            <a:pPr algn="l"/>
            <a:r>
              <a:rPr sz="1200" b="1">
                <a:solidFill>
                  <a:srgbClr val="333333"/>
                </a:solidFill>
                <a:latin typeface="Calibri"/>
              </a:rPr>
              <a:t>Issue:</a:t>
            </a:r>
          </a:p>
        </p:txBody>
      </p:sp>
      <p:sp>
        <p:nvSpPr>
          <p:cNvPr id="28" name="TextBox 27"/>
          <p:cNvSpPr txBox="1"/>
          <p:nvPr/>
        </p:nvSpPr>
        <p:spPr>
          <a:xfrm>
            <a:off x="8275319" y="2651759"/>
            <a:ext cx="3108960" cy="914400"/>
          </a:xfrm>
          <a:prstGeom prst="rect">
            <a:avLst/>
          </a:prstGeom>
          <a:noFill/>
        </p:spPr>
        <p:txBody>
          <a:bodyPr wrap="square">
            <a:spAutoFit/>
          </a:bodyPr>
          <a:lstStyle/>
          <a:p>
            <a:pPr algn="l"/>
            <a:r>
              <a:rPr sz="1100" b="0">
                <a:solidFill>
                  <a:srgbClr val="333333"/>
                </a:solidFill>
                <a:latin typeface="Calibri"/>
              </a:rPr>
              <a:t>The welcome bonus tracker does not show qualifying spend progress in real-time, updating only once per statement cycle, causing anxiety and calls for status updates. Furthermore, bonus terms and qualifying purchase exclusions are presented in fine print that is difficult to read on mobile devices.</a:t>
            </a:r>
          </a:p>
        </p:txBody>
      </p:sp>
      <p:sp>
        <p:nvSpPr>
          <p:cNvPr id="29" name="TextBox 28"/>
          <p:cNvSpPr txBox="1"/>
          <p:nvPr/>
        </p:nvSpPr>
        <p:spPr>
          <a:xfrm>
            <a:off x="8275319" y="3749039"/>
            <a:ext cx="3108960" cy="228600"/>
          </a:xfrm>
          <a:prstGeom prst="rect">
            <a:avLst/>
          </a:prstGeom>
          <a:noFill/>
        </p:spPr>
        <p:txBody>
          <a:bodyPr wrap="square">
            <a:spAutoFit/>
          </a:bodyPr>
          <a:lstStyle/>
          <a:p>
            <a:pPr algn="l"/>
            <a:r>
              <a:rPr sz="1200" b="1">
                <a:solidFill>
                  <a:srgbClr val="27AE60"/>
                </a:solidFill>
                <a:latin typeface="Calibri"/>
              </a:rPr>
              <a:t>Fix:</a:t>
            </a:r>
          </a:p>
        </p:txBody>
      </p:sp>
      <p:sp>
        <p:nvSpPr>
          <p:cNvPr id="30" name="TextBox 29"/>
          <p:cNvSpPr txBox="1"/>
          <p:nvPr/>
        </p:nvSpPr>
        <p:spPr>
          <a:xfrm>
            <a:off x="8275319" y="4023359"/>
            <a:ext cx="3108960" cy="914400"/>
          </a:xfrm>
          <a:prstGeom prst="rect">
            <a:avLst/>
          </a:prstGeom>
          <a:noFill/>
        </p:spPr>
        <p:txBody>
          <a:bodyPr wrap="square">
            <a:spAutoFit/>
          </a:bodyPr>
          <a:lstStyle/>
          <a:p>
            <a:pPr algn="l"/>
            <a:r>
              <a:rPr sz="1100" b="0">
                <a:solidFill>
                  <a:srgbClr val="333333"/>
                </a:solidFill>
                <a:latin typeface="Calibri"/>
              </a:rPr>
              <a:t>Implement a real-time welcome bonus spend tracker in the mobile app and optimize bonus terms and qualifying purchase exclusions for mobile readability.</a:t>
            </a:r>
          </a:p>
        </p:txBody>
      </p:sp>
      <p:sp>
        <p:nvSpPr>
          <p:cNvPr id="31" name="TextBox 30"/>
          <p:cNvSpPr txBox="1"/>
          <p:nvPr/>
        </p:nvSpPr>
        <p:spPr>
          <a:xfrm>
            <a:off x="8275319" y="5120640"/>
            <a:ext cx="3108960" cy="274320"/>
          </a:xfrm>
          <a:prstGeom prst="rect">
            <a:avLst/>
          </a:prstGeom>
          <a:noFill/>
        </p:spPr>
        <p:txBody>
          <a:bodyPr wrap="square">
            <a:spAutoFit/>
          </a:bodyPr>
          <a:lstStyle/>
          <a:p>
            <a:pPr algn="l"/>
            <a:r>
              <a:rPr sz="1000" b="1">
                <a:solidFill>
                  <a:srgbClr val="006BA6"/>
                </a:solidFill>
                <a:latin typeface="Calibri"/>
              </a:rPr>
              <a:t>Digital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003B70"/>
                </a:solidFill>
                <a:latin typeface="Calibri"/>
              </a:rPr>
              <a:t>Impact vs. Ease Prioritization</a:t>
            </a:r>
          </a:p>
        </p:txBody>
      </p:sp>
      <p:sp>
        <p:nvSpPr>
          <p:cNvPr id="3" name="Content Placeholder 2"/>
          <p:cNvSpPr>
            <a:spLocks noGrp="1"/>
          </p:cNvSpPr>
          <p:nvPr>
            <p:ph idx="1"/>
          </p:nvPr>
        </p:nvSpPr>
        <p:spPr/>
        <p:txBody>
          <a:bodyPr/>
          <a:lstStyle/>
          <a:p/>
        </p:txBody>
      </p:sp>
      <p:graphicFrame>
        <p:nvGraphicFramePr>
          <p:cNvPr id="4" name="Table 3"/>
          <p:cNvGraphicFramePr>
            <a:graphicFrameLocks noGrp="1"/>
          </p:cNvGraphicFramePr>
          <p:nvPr/>
        </p:nvGraphicFramePr>
        <p:xfrm>
          <a:off x="365760" y="1828800"/>
          <a:ext cx="6400800" cy="548640"/>
        </p:xfrm>
        <a:graphic>
          <a:graphicData uri="http://schemas.openxmlformats.org/drawingml/2006/table">
            <a:tbl>
              <a:tblPr firstRow="1" bandRow="1">
                <a:tableStyleId>{5C22544A-7EE6-4342-B048-85BDC9FD1C3A}</a:tableStyleId>
              </a:tblPr>
              <a:tblGrid>
                <a:gridCol w="1600200"/>
                <a:gridCol w="960120"/>
                <a:gridCol w="960120"/>
                <a:gridCol w="960120"/>
                <a:gridCol w="960120"/>
                <a:gridCol w="960120"/>
              </a:tblGrid>
              <a:tr h="274320">
                <a:tc>
                  <a:txBody>
                    <a:bodyPr/>
                    <a:lstStyle/>
                    <a:p>
                      <a:pPr algn="ctr"/>
                      <a:r>
                        <a:rPr sz="1100" b="1">
                          <a:solidFill>
                            <a:srgbClr val="FFFFFF"/>
                          </a:solidFill>
                          <a:latin typeface="Calibri"/>
                        </a:rPr>
                        <a:t>Theme</a:t>
                      </a:r>
                    </a:p>
                  </a:txBody>
                  <a:tcPr>
                    <a:solidFill>
                      <a:srgbClr val="003B70"/>
                    </a:solidFill>
                  </a:tcPr>
                </a:tc>
                <a:tc>
                  <a:txBody>
                    <a:bodyPr/>
                    <a:lstStyle/>
                    <a:p>
                      <a:pPr algn="ctr"/>
                      <a:r>
                        <a:rPr sz="1100" b="1">
                          <a:solidFill>
                            <a:srgbClr val="FFFFFF"/>
                          </a:solidFill>
                          <a:latin typeface="Calibri"/>
                        </a:rPr>
                        <a:t>Calls</a:t>
                      </a:r>
                    </a:p>
                  </a:txBody>
                  <a:tcPr>
                    <a:solidFill>
                      <a:srgbClr val="003B70"/>
                    </a:solidFill>
                  </a:tcPr>
                </a:tc>
                <a:tc>
                  <a:txBody>
                    <a:bodyPr/>
                    <a:lstStyle/>
                    <a:p>
                      <a:pPr algn="ctr"/>
                      <a:r>
                        <a:rPr sz="1100" b="1">
                          <a:solidFill>
                            <a:srgbClr val="FFFFFF"/>
                          </a:solidFill>
                          <a:latin typeface="Calibri"/>
                        </a:rPr>
                        <a:t>Impact</a:t>
                      </a:r>
                    </a:p>
                  </a:txBody>
                  <a:tcPr>
                    <a:solidFill>
                      <a:srgbClr val="003B70"/>
                    </a:solidFill>
                  </a:tcPr>
                </a:tc>
                <a:tc>
                  <a:txBody>
                    <a:bodyPr/>
                    <a:lstStyle/>
                    <a:p>
                      <a:pPr algn="ctr"/>
                      <a:r>
                        <a:rPr sz="1100" b="1">
                          <a:solidFill>
                            <a:srgbClr val="FFFFFF"/>
                          </a:solidFill>
                          <a:latin typeface="Calibri"/>
                        </a:rPr>
                        <a:t>Ease</a:t>
                      </a:r>
                    </a:p>
                  </a:txBody>
                  <a:tcPr>
                    <a:solidFill>
                      <a:srgbClr val="003B70"/>
                    </a:solidFill>
                  </a:tcPr>
                </a:tc>
                <a:tc>
                  <a:txBody>
                    <a:bodyPr/>
                    <a:lstStyle/>
                    <a:p>
                      <a:pPr algn="ctr"/>
                      <a:r>
                        <a:rPr sz="1100" b="1">
                          <a:solidFill>
                            <a:srgbClr val="FFFFFF"/>
                          </a:solidFill>
                          <a:latin typeface="Calibri"/>
                        </a:rPr>
                        <a:t>Priority</a:t>
                      </a:r>
                    </a:p>
                  </a:txBody>
                  <a:tcPr>
                    <a:solidFill>
                      <a:srgbClr val="003B70"/>
                    </a:solidFill>
                  </a:tcPr>
                </a:tc>
                <a:tc>
                  <a:txBody>
                    <a:bodyPr/>
                    <a:lstStyle/>
                    <a:p>
                      <a:pPr algn="ctr"/>
                      <a:r>
                        <a:rPr sz="1100" b="1">
                          <a:solidFill>
                            <a:srgbClr val="FFFFFF"/>
                          </a:solidFill>
                          <a:latin typeface="Calibri"/>
                        </a:rPr>
                        <a:t>Quadrant</a:t>
                      </a:r>
                    </a:p>
                  </a:txBody>
                  <a:tcPr>
                    <a:solidFill>
                      <a:srgbClr val="003B70"/>
                    </a:solidFill>
                  </a:tcPr>
                </a:tc>
              </a:tr>
              <a:tr h="274320">
                <a:tc>
                  <a:txBody>
                    <a:bodyPr/>
                    <a:lstStyle/>
                    <a:p>
                      <a:pPr algn="l"/>
                      <a:r>
                        <a:rPr sz="1000" b="0">
                          <a:solidFill>
                            <a:srgbClr val="333333"/>
                          </a:solidFill>
                          <a:latin typeface="Calibri"/>
                        </a:rPr>
                        <a:t>Rewards Management &amp; Visibility</a:t>
                      </a:r>
                    </a:p>
                  </a:txBody>
                  <a:tcPr/>
                </a:tc>
                <a:tc>
                  <a:txBody>
                    <a:bodyPr/>
                    <a:lstStyle/>
                    <a:p>
                      <a:pPr algn="l"/>
                      <a:r>
                        <a:rPr sz="1000" b="0">
                          <a:solidFill>
                            <a:srgbClr val="333333"/>
                          </a:solidFill>
                          <a:latin typeface="Calibri"/>
                        </a:rPr>
                        <a:t>16 calls (1.0%)</a:t>
                      </a:r>
                    </a:p>
                  </a:txBody>
                  <a:tcPr/>
                </a:tc>
                <a:tc>
                  <a:txBody>
                    <a:bodyPr/>
                    <a:lstStyle/>
                    <a:p>
                      <a:pPr algn="l"/>
                      <a:r>
                        <a:rPr sz="1000" b="0">
                          <a:solidFill>
                            <a:srgbClr val="333333"/>
                          </a:solidFill>
                          <a:latin typeface="Calibri"/>
                        </a:rPr>
                        <a:t>8.0</a:t>
                      </a:r>
                    </a:p>
                  </a:txBody>
                  <a:tcPr/>
                </a:tc>
                <a:tc>
                  <a:txBody>
                    <a:bodyPr/>
                    <a:lstStyle/>
                    <a:p>
                      <a:pPr algn="l"/>
                      <a:r>
                        <a:rPr sz="1000" b="0">
                          <a:solidFill>
                            <a:srgbClr val="333333"/>
                          </a:solidFill>
                          <a:latin typeface="Calibri"/>
                        </a:rPr>
                        <a:t>7.0</a:t>
                      </a:r>
                    </a:p>
                  </a:txBody>
                  <a:tcPr/>
                </a:tc>
                <a:tc>
                  <a:txBody>
                    <a:bodyPr/>
                    <a:lstStyle/>
                    <a:p>
                      <a:pPr algn="l"/>
                      <a:r>
                        <a:rPr sz="1000" b="0">
                          <a:solidFill>
                            <a:srgbClr val="333333"/>
                          </a:solidFill>
                          <a:latin typeface="Calibri"/>
                        </a:rPr>
                        <a:t>7.6</a:t>
                      </a:r>
                    </a:p>
                  </a:txBody>
                  <a:tcPr/>
                </a:tc>
                <a:tc>
                  <a:txBody>
                    <a:bodyPr/>
                    <a:lstStyle/>
                    <a:p>
                      <a:pPr algn="l"/>
                      <a:r>
                        <a:rPr sz="1000" b="0">
                          <a:solidFill>
                            <a:srgbClr val="333333"/>
                          </a:solidFill>
                          <a:latin typeface="Calibri"/>
                        </a:rPr>
                        <a:t>Quick Win</a:t>
                      </a:r>
                    </a:p>
                  </a:txBody>
                  <a:tcPr/>
                </a:tc>
              </a:tr>
            </a:tbl>
          </a:graphicData>
        </a:graphic>
      </p:graphicFrame>
      <p:pic>
        <p:nvPicPr>
          <p:cNvPr id="5" name="Picture 4" descr="impact_ease_scatter.png"/>
          <p:cNvPicPr>
            <a:picLocks noChangeAspect="1"/>
          </p:cNvPicPr>
          <p:nvPr/>
        </p:nvPicPr>
        <p:blipFill>
          <a:blip r:embed="rId2"/>
          <a:stretch>
            <a:fillRect/>
          </a:stretch>
        </p:blipFill>
        <p:spPr>
          <a:xfrm>
            <a:off x="7315200" y="1645920"/>
            <a:ext cx="4389120" cy="289956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3B70"/>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TextBox 3"/>
          <p:cNvSpPr txBox="1"/>
          <p:nvPr/>
        </p:nvSpPr>
        <p:spPr>
          <a:xfrm>
            <a:off x="1828800" y="1371600"/>
            <a:ext cx="8531352" cy="1371600"/>
          </a:xfrm>
          <a:prstGeom prst="rect">
            <a:avLst/>
          </a:prstGeom>
          <a:noFill/>
        </p:spPr>
        <p:txBody>
          <a:bodyPr wrap="square">
            <a:spAutoFit/>
          </a:bodyPr>
          <a:lstStyle/>
          <a:p>
            <a:pPr algn="ctr"/>
            <a:r>
              <a:rPr sz="6000" b="1">
                <a:solidFill>
                  <a:srgbClr val="FFFFFF"/>
                </a:solidFill>
                <a:latin typeface="Calibri"/>
              </a:rPr>
              <a:t>16 calls (1.0%)</a:t>
            </a:r>
          </a:p>
        </p:txBody>
      </p:sp>
      <p:sp>
        <p:nvSpPr>
          <p:cNvPr id="5" name="TextBox 4"/>
          <p:cNvSpPr txBox="1"/>
          <p:nvPr/>
        </p:nvSpPr>
        <p:spPr>
          <a:xfrm>
            <a:off x="1828800" y="2926080"/>
            <a:ext cx="8531352" cy="640080"/>
          </a:xfrm>
          <a:prstGeom prst="rect">
            <a:avLst/>
          </a:prstGeom>
          <a:noFill/>
        </p:spPr>
        <p:txBody>
          <a:bodyPr wrap="square">
            <a:spAutoFit/>
          </a:bodyPr>
          <a:lstStyle/>
          <a:p>
            <a:pPr algn="ctr"/>
            <a:r>
              <a:rPr sz="2000" b="1">
                <a:solidFill>
                  <a:srgbClr val="006BA6"/>
                </a:solidFill>
                <a:latin typeface="Calibri"/>
              </a:rPr>
              <a:t>Rewards Management &amp; Visibility</a:t>
            </a:r>
          </a:p>
        </p:txBody>
      </p:sp>
      <p:sp>
        <p:nvSpPr>
          <p:cNvPr id="6" name="TextBox 5"/>
          <p:cNvSpPr txBox="1"/>
          <p:nvPr/>
        </p:nvSpPr>
        <p:spPr>
          <a:xfrm>
            <a:off x="1828800" y="3840480"/>
            <a:ext cx="8531352" cy="1371600"/>
          </a:xfrm>
          <a:prstGeom prst="rect">
            <a:avLst/>
          </a:prstGeom>
          <a:noFill/>
        </p:spPr>
        <p:txBody>
          <a:bodyPr wrap="square">
            <a:spAutoFit/>
          </a:bodyPr>
          <a:lstStyle/>
          <a:p>
            <a:pPr algn="ctr"/>
            <a:r>
              <a:rPr sz="1600" b="0">
                <a:solidFill>
                  <a:srgbClr val="FFFFFF"/>
                </a:solidFill>
                <a:latin typeface="Calibri"/>
              </a:rPr>
              <a:t>Impact 8.0/10 · Ease 7.0/10 · Quick Win. Primary driver: Digital.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TextBox 3"/>
          <p:cNvSpPr txBox="1"/>
          <p:nvPr/>
        </p:nvSpPr>
        <p:spPr>
          <a:xfrm>
            <a:off x="548640" y="365760"/>
            <a:ext cx="10972800" cy="640080"/>
          </a:xfrm>
          <a:prstGeom prst="rect">
            <a:avLst/>
          </a:prstGeom>
          <a:noFill/>
        </p:spPr>
        <p:txBody>
          <a:bodyPr wrap="square">
            <a:spAutoFit/>
          </a:bodyPr>
          <a:lstStyle/>
          <a:p>
            <a:pPr algn="l"/>
            <a:r>
              <a:rPr sz="2800" b="1">
                <a:solidFill>
                  <a:srgbClr val="003B70"/>
                </a:solidFill>
                <a:latin typeface="Calibri"/>
              </a:rPr>
              <a:t>Recommended Actions by Owning Team</a:t>
            </a:r>
          </a:p>
        </p:txBody>
      </p:sp>
      <p:sp>
        <p:nvSpPr>
          <p:cNvPr id="5" name="Rectangle 4"/>
          <p:cNvSpPr/>
          <p:nvPr/>
        </p:nvSpPr>
        <p:spPr>
          <a:xfrm>
            <a:off x="548640" y="1463040"/>
            <a:ext cx="228600" cy="228600"/>
          </a:xfrm>
          <a:prstGeom prst="rect">
            <a:avLst/>
          </a:prstGeom>
          <a:solidFill>
            <a:srgbClr val="006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417320"/>
            <a:ext cx="4983480" cy="320040"/>
          </a:xfrm>
          <a:prstGeom prst="rect">
            <a:avLst/>
          </a:prstGeom>
          <a:noFill/>
        </p:spPr>
        <p:txBody>
          <a:bodyPr wrap="square">
            <a:spAutoFit/>
          </a:bodyPr>
          <a:lstStyle/>
          <a:p>
            <a:pPr algn="l"/>
            <a:r>
              <a:rPr sz="1400" b="1">
                <a:solidFill>
                  <a:srgbClr val="333333"/>
                </a:solidFill>
                <a:latin typeface="Calibri"/>
              </a:rPr>
              <a:t>Digital / UX</a:t>
            </a:r>
          </a:p>
        </p:txBody>
      </p:sp>
      <p:sp>
        <p:nvSpPr>
          <p:cNvPr id="7" name="TextBox 6"/>
          <p:cNvSpPr txBox="1"/>
          <p:nvPr/>
        </p:nvSpPr>
        <p:spPr>
          <a:xfrm>
            <a:off x="822959" y="1874520"/>
            <a:ext cx="5029200" cy="640080"/>
          </a:xfrm>
          <a:prstGeom prst="rect">
            <a:avLst/>
          </a:prstGeom>
          <a:noFill/>
        </p:spPr>
        <p:txBody>
          <a:bodyPr wrap="square">
            <a:spAutoFit/>
          </a:bodyPr>
          <a:lstStyle/>
          <a:p>
            <a:r>
              <a:rPr sz="1200" b="1">
                <a:solidFill>
                  <a:srgbClr val="006BA6"/>
                </a:solidFill>
                <a:latin typeface="Calibri"/>
              </a:rPr>
              <a:t>• </a:t>
            </a:r>
            <a:r>
              <a:rPr sz="1200" b="1">
                <a:solidFill>
                  <a:srgbClr val="333333"/>
                </a:solidFill>
                <a:latin typeface="Calibri"/>
              </a:rPr>
              <a:t>Simplify navigation to redemption preferences (max 2 taps) and add a 'Set as Default' option for cashback redemption methods.</a:t>
            </a:r>
          </a:p>
        </p:txBody>
      </p:sp>
      <p:sp>
        <p:nvSpPr>
          <p:cNvPr id="8" name="TextBox 7"/>
          <p:cNvSpPr txBox="1"/>
          <p:nvPr/>
        </p:nvSpPr>
        <p:spPr>
          <a:xfrm>
            <a:off x="822959" y="2697480"/>
            <a:ext cx="5029200" cy="640080"/>
          </a:xfrm>
          <a:prstGeom prst="rect">
            <a:avLst/>
          </a:prstGeom>
          <a:noFill/>
        </p:spPr>
        <p:txBody>
          <a:bodyPr wrap="square">
            <a:spAutoFit/>
          </a:bodyPr>
          <a:lstStyle/>
          <a:p>
            <a:r>
              <a:rPr sz="1200" b="1">
                <a:solidFill>
                  <a:srgbClr val="006BA6"/>
                </a:solidFill>
                <a:latin typeface="Calibri"/>
              </a:rPr>
              <a:t>• </a:t>
            </a:r>
            <a:r>
              <a:rPr sz="1200" b="1">
                <a:solidFill>
                  <a:srgbClr val="333333"/>
                </a:solidFill>
                <a:latin typeface="Calibri"/>
              </a:rPr>
              <a:t>Display MCC for each transaction in the rewards history, provide clear in-app explanations for category bonus exclusions, and implement an in-app feature to dispute incorrect MCC coding.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TextBox 3"/>
          <p:cNvSpPr txBox="1"/>
          <p:nvPr/>
        </p:nvSpPr>
        <p:spPr>
          <a:xfrm>
            <a:off x="457200" y="274320"/>
            <a:ext cx="10972800" cy="548640"/>
          </a:xfrm>
          <a:prstGeom prst="rect">
            <a:avLst/>
          </a:prstGeom>
          <a:noFill/>
        </p:spPr>
        <p:txBody>
          <a:bodyPr wrap="square">
            <a:spAutoFit/>
          </a:bodyPr>
          <a:lstStyle/>
          <a:p>
            <a:pPr algn="l"/>
            <a:r>
              <a:rPr sz="2400" b="1">
                <a:solidFill>
                  <a:srgbClr val="003B70"/>
                </a:solidFill>
                <a:latin typeface="Calibri"/>
              </a:rPr>
              <a:t>Rewards Management &amp; Visibility</a:t>
            </a:r>
          </a:p>
        </p:txBody>
      </p:sp>
      <p:sp>
        <p:nvSpPr>
          <p:cNvPr id="5" name="TextBox 4"/>
          <p:cNvSpPr txBox="1"/>
          <p:nvPr/>
        </p:nvSpPr>
        <p:spPr>
          <a:xfrm>
            <a:off x="457200" y="868680"/>
            <a:ext cx="10972800" cy="274320"/>
          </a:xfrm>
          <a:prstGeom prst="rect">
            <a:avLst/>
          </a:prstGeom>
          <a:noFill/>
        </p:spPr>
        <p:txBody>
          <a:bodyPr wrap="square">
            <a:spAutoFit/>
          </a:bodyPr>
          <a:lstStyle/>
          <a:p>
            <a:pPr algn="l"/>
            <a:r>
              <a:rPr sz="1100" b="0">
                <a:solidFill>
                  <a:srgbClr val="888888"/>
                </a:solidFill>
                <a:latin typeface="Calibri"/>
              </a:rPr>
              <a:t>Calls: 16 | 1.0% | Impact: 8.0 | Ease: 7.0 | Priority: 7.6</a:t>
            </a:r>
          </a:p>
        </p:txBody>
      </p:sp>
      <p:sp>
        <p:nvSpPr>
          <p:cNvPr id="6" name="TextBox 5"/>
          <p:cNvSpPr txBox="1"/>
          <p:nvPr/>
        </p:nvSpPr>
        <p:spPr>
          <a:xfrm>
            <a:off x="457200" y="1371600"/>
            <a:ext cx="6583680" cy="274320"/>
          </a:xfrm>
          <a:prstGeom prst="rect">
            <a:avLst/>
          </a:prstGeom>
          <a:noFill/>
        </p:spPr>
        <p:txBody>
          <a:bodyPr wrap="square">
            <a:spAutoFit/>
          </a:bodyPr>
          <a:lstStyle/>
          <a:p>
            <a:pPr algn="l"/>
            <a:r>
              <a:rPr sz="1300" b="1">
                <a:solidFill>
                  <a:srgbClr val="003B70"/>
                </a:solidFill>
                <a:latin typeface="Calibri"/>
              </a:rPr>
              <a:t>CORE ISSUE</a:t>
            </a:r>
          </a:p>
        </p:txBody>
      </p:sp>
      <p:sp>
        <p:nvSpPr>
          <p:cNvPr id="7" name="TextBox 6"/>
          <p:cNvSpPr txBox="1"/>
          <p:nvPr/>
        </p:nvSpPr>
        <p:spPr>
          <a:xfrm>
            <a:off x="457200" y="1691640"/>
            <a:ext cx="6583680" cy="914400"/>
          </a:xfrm>
          <a:prstGeom prst="rect">
            <a:avLst/>
          </a:prstGeom>
          <a:noFill/>
        </p:spPr>
        <p:txBody>
          <a:bodyPr wrap="square">
            <a:spAutoFit/>
          </a:bodyPr>
          <a:lstStyle/>
          <a:p>
            <a:pPr algn="l"/>
            <a:r>
              <a:rPr sz="1100" b="0">
                <a:solidFill>
                  <a:srgbClr val="333333"/>
                </a:solidFill>
                <a:latin typeface="Calibri"/>
              </a:rPr>
              <a:t>Rewards Management &amp; Visibility friction analysis</a:t>
            </a:r>
          </a:p>
        </p:txBody>
      </p:sp>
      <p:sp>
        <p:nvSpPr>
          <p:cNvPr id="8" name="TextBox 7"/>
          <p:cNvSpPr txBox="1"/>
          <p:nvPr/>
        </p:nvSpPr>
        <p:spPr>
          <a:xfrm>
            <a:off x="457200" y="2697480"/>
            <a:ext cx="6583680" cy="274320"/>
          </a:xfrm>
          <a:prstGeom prst="rect">
            <a:avLst/>
          </a:prstGeom>
          <a:noFill/>
        </p:spPr>
        <p:txBody>
          <a:bodyPr wrap="square">
            <a:spAutoFit/>
          </a:bodyPr>
          <a:lstStyle/>
          <a:p>
            <a:pPr algn="l"/>
            <a:r>
              <a:rPr sz="1300" b="1">
                <a:solidFill>
                  <a:srgbClr val="003B70"/>
                </a:solidFill>
                <a:latin typeface="Calibri"/>
              </a:rPr>
              <a:t>PRIMARY DRIVER</a:t>
            </a:r>
          </a:p>
        </p:txBody>
      </p:sp>
      <p:sp>
        <p:nvSpPr>
          <p:cNvPr id="9" name="TextBox 8"/>
          <p:cNvSpPr txBox="1"/>
          <p:nvPr/>
        </p:nvSpPr>
        <p:spPr>
          <a:xfrm>
            <a:off x="457200" y="3017520"/>
            <a:ext cx="6583680" cy="731520"/>
          </a:xfrm>
          <a:prstGeom prst="rect">
            <a:avLst/>
          </a:prstGeom>
          <a:noFill/>
        </p:spPr>
        <p:txBody>
          <a:bodyPr wrap="square">
            <a:spAutoFit/>
          </a:bodyPr>
          <a:lstStyle/>
          <a:p>
            <a:pPr algn="l"/>
            <a:r>
              <a:rPr sz="1100" b="0">
                <a:solidFill>
                  <a:srgbClr val="333333"/>
                </a:solidFill>
                <a:latin typeface="Calibri"/>
              </a:rPr>
              <a:t>Digital</a:t>
            </a:r>
          </a:p>
        </p:txBody>
      </p:sp>
      <p:sp>
        <p:nvSpPr>
          <p:cNvPr id="10" name="TextBox 9"/>
          <p:cNvSpPr txBox="1"/>
          <p:nvPr/>
        </p:nvSpPr>
        <p:spPr>
          <a:xfrm>
            <a:off x="457200" y="3840480"/>
            <a:ext cx="6583680" cy="274320"/>
          </a:xfrm>
          <a:prstGeom prst="rect">
            <a:avLst/>
          </a:prstGeom>
          <a:noFill/>
        </p:spPr>
        <p:txBody>
          <a:bodyPr wrap="square">
            <a:spAutoFit/>
          </a:bodyPr>
          <a:lstStyle/>
          <a:p>
            <a:pPr algn="l"/>
            <a:r>
              <a:rPr sz="1300" b="1">
                <a:solidFill>
                  <a:srgbClr val="003B70"/>
                </a:solidFill>
                <a:latin typeface="Calibri"/>
              </a:rPr>
              <a:t>SOLUTIONS</a:t>
            </a:r>
          </a:p>
        </p:txBody>
      </p:sp>
      <p:sp>
        <p:nvSpPr>
          <p:cNvPr id="11" name="TextBox 10"/>
          <p:cNvSpPr txBox="1"/>
          <p:nvPr/>
        </p:nvSpPr>
        <p:spPr>
          <a:xfrm>
            <a:off x="457200" y="4160520"/>
            <a:ext cx="6583680" cy="274320"/>
          </a:xfrm>
          <a:prstGeom prst="rect">
            <a:avLst/>
          </a:prstGeom>
          <a:noFill/>
        </p:spPr>
        <p:txBody>
          <a:bodyPr wrap="square">
            <a:spAutoFit/>
          </a:bodyPr>
          <a:lstStyle/>
          <a:p>
            <a:pPr algn="l"/>
            <a:r>
              <a:rPr sz="1100" b="0">
                <a:solidFill>
                  <a:srgbClr val="333333"/>
                </a:solidFill>
                <a:latin typeface="Calibri"/>
              </a:rPr>
              <a:t>1. Simplify navigation to redemption preferences (max 2 taps) and add a 'Set as Default' option for cashback redemption methods. [Digital]</a:t>
            </a:r>
          </a:p>
        </p:txBody>
      </p:sp>
      <p:sp>
        <p:nvSpPr>
          <p:cNvPr id="12" name="TextBox 11"/>
          <p:cNvSpPr txBox="1"/>
          <p:nvPr/>
        </p:nvSpPr>
        <p:spPr>
          <a:xfrm>
            <a:off x="457200" y="4480559"/>
            <a:ext cx="6583680" cy="274320"/>
          </a:xfrm>
          <a:prstGeom prst="rect">
            <a:avLst/>
          </a:prstGeom>
          <a:noFill/>
        </p:spPr>
        <p:txBody>
          <a:bodyPr wrap="square">
            <a:spAutoFit/>
          </a:bodyPr>
          <a:lstStyle/>
          <a:p>
            <a:pPr algn="l"/>
            <a:r>
              <a:rPr sz="1100" b="0">
                <a:solidFill>
                  <a:srgbClr val="333333"/>
                </a:solidFill>
                <a:latin typeface="Calibri"/>
              </a:rPr>
              <a:t>2. Implement a real-time welcome bonus spend tracker in the mobile app and optimize bonus terms and qualifying purchase exclusions for mobile readability. [Digital]</a:t>
            </a:r>
          </a:p>
        </p:txBody>
      </p:sp>
      <p:sp>
        <p:nvSpPr>
          <p:cNvPr id="13" name="TextBox 12"/>
          <p:cNvSpPr txBox="1"/>
          <p:nvPr/>
        </p:nvSpPr>
        <p:spPr>
          <a:xfrm>
            <a:off x="457200" y="4800599"/>
            <a:ext cx="6583680" cy="274320"/>
          </a:xfrm>
          <a:prstGeom prst="rect">
            <a:avLst/>
          </a:prstGeom>
          <a:noFill/>
        </p:spPr>
        <p:txBody>
          <a:bodyPr wrap="square">
            <a:spAutoFit/>
          </a:bodyPr>
          <a:lstStyle/>
          <a:p>
            <a:pPr algn="l"/>
            <a:r>
              <a:rPr sz="1100" b="0">
                <a:solidFill>
                  <a:srgbClr val="333333"/>
                </a:solidFill>
                <a:latin typeface="Calibri"/>
              </a:rPr>
              <a:t>3. Display the account anniversary date in-app, document anniversary bonus posting timelines, and add an in-app tracker for pending anniversary bonuses. [Digital]</a:t>
            </a:r>
          </a:p>
        </p:txBody>
      </p:sp>
      <p:graphicFrame>
        <p:nvGraphicFramePr>
          <p:cNvPr id="14" name="Table 13"/>
          <p:cNvGraphicFramePr>
            <a:graphicFrameLocks noGrp="1"/>
          </p:cNvGraphicFramePr>
          <p:nvPr/>
        </p:nvGraphicFramePr>
        <p:xfrm>
          <a:off x="7315200" y="1371600"/>
          <a:ext cx="4572000" cy="1536192"/>
        </p:xfrm>
        <a:graphic>
          <a:graphicData uri="http://schemas.openxmlformats.org/drawingml/2006/table">
            <a:tbl>
              <a:tblPr firstRow="1" bandRow="1">
                <a:tableStyleId>{5C22544A-7EE6-4342-B048-85BDC9FD1C3A}</a:tableStyleId>
              </a:tblPr>
              <a:tblGrid>
                <a:gridCol w="1143000"/>
                <a:gridCol w="3429000"/>
              </a:tblGrid>
              <a:tr h="256032">
                <a:tc>
                  <a:txBody>
                    <a:bodyPr/>
                    <a:lstStyle/>
                    <a:p>
                      <a:pPr algn="ctr"/>
                      <a:r>
                        <a:rPr sz="1100" b="1">
                          <a:solidFill>
                            <a:srgbClr val="FFFFFF"/>
                          </a:solidFill>
                          <a:latin typeface="Calibri"/>
                        </a:rPr>
                        <a:t>Driver</a:t>
                      </a:r>
                    </a:p>
                  </a:txBody>
                  <a:tcPr>
                    <a:solidFill>
                      <a:srgbClr val="003B70"/>
                    </a:solidFill>
                  </a:tcPr>
                </a:tc>
                <a:tc>
                  <a:txBody>
                    <a:bodyPr/>
                    <a:lstStyle/>
                    <a:p>
                      <a:pPr algn="ctr"/>
                      <a:r>
                        <a:rPr sz="1100" b="1">
                          <a:solidFill>
                            <a:srgbClr val="FFFFFF"/>
                          </a:solidFill>
                          <a:latin typeface="Calibri"/>
                        </a:rPr>
                        <a:t>Calls</a:t>
                      </a:r>
                    </a:p>
                  </a:txBody>
                  <a:tcPr>
                    <a:solidFill>
                      <a:srgbClr val="003B70"/>
                    </a:solidFill>
                  </a:tcPr>
                </a:tc>
              </a:tr>
              <a:tr h="256032">
                <a:tc>
                  <a:txBody>
                    <a:bodyPr/>
                    <a:lstStyle/>
                    <a:p>
                      <a:pPr algn="l"/>
                      <a:r>
                        <a:rPr sz="1000" b="0">
                          <a:solidFill>
                            <a:srgbClr val="333333"/>
                          </a:solidFill>
                          <a:latin typeface="Calibri"/>
                        </a:rPr>
                        <a:t>Cashback redemption preference setting is hidden a</a:t>
                      </a:r>
                    </a:p>
                  </a:txBody>
                  <a:tcPr/>
                </a:tc>
                <a:tc>
                  <a:txBody>
                    <a:bodyPr/>
                    <a:lstStyle/>
                    <a:p>
                      <a:pPr algn="l"/>
                      <a:r>
                        <a:rPr sz="1000" b="0">
                          <a:solidFill>
                            <a:srgbClr val="333333"/>
                          </a:solidFill>
                          <a:latin typeface="Calibri"/>
                        </a:rPr>
                        <a:t>0.0%</a:t>
                      </a:r>
                    </a:p>
                  </a:txBody>
                  <a:tcPr/>
                </a:tc>
              </a:tr>
              <a:tr h="256032">
                <a:tc>
                  <a:txBody>
                    <a:bodyPr/>
                    <a:lstStyle/>
                    <a:p>
                      <a:pPr algn="l"/>
                      <a:r>
                        <a:rPr sz="1000" b="0">
                          <a:solidFill>
                            <a:srgbClr val="333333"/>
                          </a:solidFill>
                          <a:latin typeface="Calibri"/>
                        </a:rPr>
                        <a:t>Merchant category code for bonus determination is</a:t>
                      </a:r>
                    </a:p>
                  </a:txBody>
                  <a:tcPr>
                    <a:solidFill>
                      <a:srgbClr val="F5F7FA"/>
                    </a:solidFill>
                  </a:tcPr>
                </a:tc>
                <a:tc>
                  <a:txBody>
                    <a:bodyPr/>
                    <a:lstStyle/>
                    <a:p>
                      <a:pPr algn="l"/>
                      <a:r>
                        <a:rPr sz="1000" b="0">
                          <a:solidFill>
                            <a:srgbClr val="333333"/>
                          </a:solidFill>
                          <a:latin typeface="Calibri"/>
                        </a:rPr>
                        <a:t>0.0%</a:t>
                      </a:r>
                    </a:p>
                  </a:txBody>
                  <a:tcPr>
                    <a:solidFill>
                      <a:srgbClr val="F5F7FA"/>
                    </a:solidFill>
                  </a:tcPr>
                </a:tc>
              </a:tr>
              <a:tr h="256032">
                <a:tc>
                  <a:txBody>
                    <a:bodyPr/>
                    <a:lstStyle/>
                    <a:p>
                      <a:pPr algn="l"/>
                      <a:r>
                        <a:rPr sz="1000" b="0">
                          <a:solidFill>
                            <a:srgbClr val="333333"/>
                          </a:solidFill>
                          <a:latin typeface="Calibri"/>
                        </a:rPr>
                        <a:t>Welcome bonus tracker doesn't show real-time progr</a:t>
                      </a:r>
                    </a:p>
                  </a:txBody>
                  <a:tcPr/>
                </a:tc>
                <a:tc>
                  <a:txBody>
                    <a:bodyPr/>
                    <a:lstStyle/>
                    <a:p>
                      <a:pPr algn="l"/>
                      <a:r>
                        <a:rPr sz="1000" b="0">
                          <a:solidFill>
                            <a:srgbClr val="333333"/>
                          </a:solidFill>
                          <a:latin typeface="Calibri"/>
                        </a:rPr>
                        <a:t>0.0%</a:t>
                      </a:r>
                    </a:p>
                  </a:txBody>
                  <a:tcPr/>
                </a:tc>
              </a:tr>
              <a:tr h="256032">
                <a:tc>
                  <a:txBody>
                    <a:bodyPr/>
                    <a:lstStyle/>
                    <a:p>
                      <a:pPr algn="l"/>
                      <a:r>
                        <a:rPr sz="1000" b="0">
                          <a:solidFill>
                            <a:srgbClr val="333333"/>
                          </a:solidFill>
                          <a:latin typeface="Calibri"/>
                        </a:rPr>
                        <a:t>Tier status and benefits page not mobile-friendly,</a:t>
                      </a:r>
                    </a:p>
                  </a:txBody>
                  <a:tcPr>
                    <a:solidFill>
                      <a:srgbClr val="F5F7FA"/>
                    </a:solidFill>
                  </a:tcPr>
                </a:tc>
                <a:tc>
                  <a:txBody>
                    <a:bodyPr/>
                    <a:lstStyle/>
                    <a:p>
                      <a:pPr algn="l"/>
                      <a:r>
                        <a:rPr sz="1000" b="0">
                          <a:solidFill>
                            <a:srgbClr val="333333"/>
                          </a:solidFill>
                          <a:latin typeface="Calibri"/>
                        </a:rPr>
                        <a:t>0.0%</a:t>
                      </a:r>
                    </a:p>
                  </a:txBody>
                  <a:tcPr>
                    <a:solidFill>
                      <a:srgbClr val="F5F7FA"/>
                    </a:solidFill>
                  </a:tcPr>
                </a:tc>
              </a:tr>
              <a:tr h="256032">
                <a:tc>
                  <a:txBody>
                    <a:bodyPr/>
                    <a:lstStyle/>
                    <a:p>
                      <a:pPr algn="l"/>
                      <a:r>
                        <a:rPr sz="1000" b="0">
                          <a:solidFill>
                            <a:srgbClr val="333333"/>
                          </a:solidFill>
                          <a:latin typeface="Calibri"/>
                        </a:rPr>
                        <a:t>Anniversary bonus posting timeline not documented</a:t>
                      </a:r>
                    </a:p>
                  </a:txBody>
                  <a:tcPr/>
                </a:tc>
                <a:tc>
                  <a:txBody>
                    <a:bodyPr/>
                    <a:lstStyle/>
                    <a:p>
                      <a:pPr algn="l"/>
                      <a:r>
                        <a:rPr sz="1000" b="0">
                          <a:solidFill>
                            <a:srgbClr val="333333"/>
                          </a:solidFill>
                          <a:latin typeface="Calibri"/>
                        </a:rPr>
                        <a:t>0.0%</a:t>
                      </a:r>
                    </a:p>
                  </a:txBody>
                  <a:tcPr/>
                </a:tc>
              </a:tr>
            </a:tbl>
          </a:graphicData>
        </a:graphic>
      </p:graphicFrame>
    </p:spTree>
  </p:cSld>
  <p:clrMapOvr>
    <a:masterClrMapping/>
  </p:clrMapOvr>
</p:sld>
</file>

<file path=ppt/theme/theme1.xml><?xml version="1.0" encoding="utf-8"?>
<a:theme xmlns:a="http://schemas.openxmlformats.org/drawingml/2006/main" name="Sleek Blue">
  <a:themeElements>
    <a:clrScheme name="Sleek Blue 1">
      <a:dk1>
        <a:srgbClr val="000000"/>
      </a:dk1>
      <a:lt1>
        <a:srgbClr val="FFFFFF"/>
      </a:lt1>
      <a:dk2>
        <a:srgbClr val="0E2841"/>
      </a:dk2>
      <a:lt2>
        <a:srgbClr val="E8E8E8"/>
      </a:lt2>
      <a:accent1>
        <a:srgbClr val="3B43D7"/>
      </a:accent1>
      <a:accent2>
        <a:srgbClr val="819CEA"/>
      </a:accent2>
      <a:accent3>
        <a:srgbClr val="D17DEA"/>
      </a:accent3>
      <a:accent4>
        <a:srgbClr val="B0D016"/>
      </a:accent4>
      <a:accent5>
        <a:srgbClr val="E0ED79"/>
      </a:accent5>
      <a:accent6>
        <a:srgbClr val="ED4007"/>
      </a:accent6>
      <a:hlink>
        <a:srgbClr val="467886"/>
      </a:hlink>
      <a:folHlink>
        <a:srgbClr val="96607D"/>
      </a:folHlink>
    </a:clrScheme>
    <a:fontScheme name="Custom 12">
      <a:majorFont>
        <a:latin typeface="Raleway Medium"/>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leek corporate finance presentation _DN" id="{60287103-DA95-433E-9503-856E904EB8F1}" vid="{C056614C-1472-45CA-BDD4-5DE3FC7905E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7DD590A-8042-4F36-843F-743A8DB1784C}">
  <ds:schemaRefs>
    <ds:schemaRef ds:uri="http://schemas.microsoft.com/sharepoint/v3/contenttype/forms"/>
  </ds:schemaRefs>
</ds:datastoreItem>
</file>

<file path=customXml/itemProps2.xml><?xml version="1.0" encoding="utf-8"?>
<ds:datastoreItem xmlns:ds="http://schemas.openxmlformats.org/officeDocument/2006/customXml" ds:itemID="{5C4B9AF2-5B11-48FF-A8A8-964B2D972562}">
  <ds:schemaRefs>
    <ds:schemaRef ds:uri="230e9df3-be65-4c73-a93b-d1236ebd677e"/>
    <ds:schemaRef ds:uri="http://www.w3.org/XML/1998/namespace"/>
    <ds:schemaRef ds:uri="http://schemas.microsoft.com/sharepoint/v3"/>
    <ds:schemaRef ds:uri="http://purl.org/dc/dcmitype/"/>
    <ds:schemaRef ds:uri="http://schemas.microsoft.com/office/2006/documentManagement/types"/>
    <ds:schemaRef ds:uri="http://schemas.microsoft.com/office/infopath/2007/PartnerControls"/>
    <ds:schemaRef ds:uri="16c05727-aa75-4e4a-9b5f-8a80a1165891"/>
    <ds:schemaRef ds:uri="http://schemas.openxmlformats.org/package/2006/metadata/core-properties"/>
    <ds:schemaRef ds:uri="http://purl.org/dc/elements/1.1/"/>
    <ds:schemaRef ds:uri="71af3243-3dd4-4a8d-8c0d-dd76da1f02a5"/>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93D3C292-02F4-47E7-8C9A-CA6D9A938157}">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8</Words>
  <Application>Microsoft Office PowerPoint</Application>
  <PresentationFormat>Widescreen</PresentationFormat>
  <Paragraphs>2</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Aptos</vt:lpstr>
      <vt:lpstr>Arial</vt:lpstr>
      <vt:lpstr>Century Gothic</vt:lpstr>
      <vt:lpstr>Raleway</vt:lpstr>
      <vt:lpstr>Raleway Medium</vt:lpstr>
      <vt:lpstr>Sleek Blue</vt:lpstr>
      <vt:lpstr>Financial growth &amp; strategy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Sumit Khandelwal</cp:lastModifiedBy>
  <cp:revision>3</cp:revision>
  <dcterms:created xsi:type="dcterms:W3CDTF">2026-02-25T21:27:33Z</dcterms:created>
  <dcterms:modified xsi:type="dcterms:W3CDTF">2026-02-25T21:44:19Z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