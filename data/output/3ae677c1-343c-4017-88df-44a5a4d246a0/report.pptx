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 Reveal a Loyalty Program Blind Spot Costing You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16 Customer Calls Reveal a Loyalty Program Blind Spot That Is Fixable in One Quarter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 failure in digital self-service for "Rewards &amp; Loyalty" is driving 100% of analyzed customer friction, concentrated in two areas where customers lack visibility into their promotional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Program Drives 16 Calls Due to Digital Self-Service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 self-service failures in the Rewards &amp; Loyalty program are driving 16 preventable calls for ATT customers.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analysis covers 16 calls from ATT customers specifically regarding the "Rewards &amp; Loyalty" program. The findings isolate two distinct digital experience failures that are the primary drivers of these otherwise preventable agent contacts.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1: Promotional Points Are Missing, Driving 19% of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Promotional Points Are Missing, Driving 19% of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not receiving expected promotional points and have no way to check their eligibility or progress online, forcing them to call for a status update.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separate calls were driven by a complete lack of a self-service path to view active promotions or track progress toward earning rewards.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calls | 18.75%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an in-app offer tracker with a progress bar and clear qualifying criteria checklist for active promotions.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2: Category Bonuses Are Not Applied, Driving 13% of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2: Category Bonuses Are Not Applied, Driving 13% of Calls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