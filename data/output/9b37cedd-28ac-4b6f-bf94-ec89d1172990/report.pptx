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6"/>
  </p:notesMasterIdLst>
  <p:handoutMasterIdLst>
    <p:handoutMasterId r:id="rId7"/>
  </p:handoutMasterIdLst>
  <p:sldIdLst>
    <p:sldId id="1519" r:id="rId5"/>
    <p:sldId id="1520" r:id="rId13"/>
    <p:sldId id="1521" r:id="rId14"/>
    <p:sldId id="1522" r:id="rId15"/>
    <p:sldId id="1523" r:id="rId16"/>
  </p:sldIdLst>
  <p:sldSz cx="12188952"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8"/>
    <p:restoredTop sz="94715"/>
  </p:normalViewPr>
  <p:slideViewPr>
    <p:cSldViewPr snapToGrid="0">
      <p:cViewPr varScale="1">
        <p:scale>
          <a:sx n="129" d="100"/>
          <a:sy n="129" d="100"/>
        </p:scale>
        <p:origin x="586"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dirty="0"/>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dirty="0"/>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dirty="0"/>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dirty="0"/>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dirty="0"/>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dirty="0"/>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dirty="0"/>
              <a:t>Financial growth &amp; strategy </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160328" y="4957555"/>
            <a:ext cx="3496092" cy="1322653"/>
          </a:xfrm>
        </p:spPr>
        <p:txBody>
          <a:bodyPr/>
          <a:lstStyle/>
          <a:p>
            <a:r>
              <a:rPr lang="en-US" dirty="0"/>
              <a:t>Presented by Frey Munch</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2800" b="1">
                <a:solidFill>
                  <a:srgbClr val="003B70"/>
                </a:solidFill>
              </a:rPr>
              <a:t>Analysis Incomplete: No Data for ATT Rewards &amp; Loyalty</a:t>
            </a:r>
          </a:p>
        </p:txBody>
      </p:sp>
      <p:sp>
        <p:nvSpPr>
          <p:cNvPr id="3" name="Subtitle 2"/>
          <p:cNvSpPr>
            <a:spLocks noGrp="1"/>
          </p:cNvSpPr>
          <p:nvPr>
            <p:ph type="subTitle" idx="1"/>
          </p:nvPr>
        </p:nvSpPr>
        <p:spPr/>
        <p:txBody>
          <a:bodyPr/>
          <a:lstStyle/>
          <a:p>
            <a:r>
              <a:rPr sz="1800">
                <a:solidFill>
                  <a:srgbClr val="666666"/>
                </a:solidFill>
              </a:rPr>
              <a:t>A persistent data retrieval issue prevented the analysis of any calls for ATT customers within the 'Rewards &amp; Loyalty' category. As a result, there is currently zero visibility into customer friction for this segment.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Analysis Failed: 0 Calls Analyzed for ATT Rewards &amp; Loyalty</a:t>
            </a:r>
          </a:p>
        </p:txBody>
      </p:sp>
      <p:sp>
        <p:nvSpPr>
          <p:cNvPr id="3" name="Content Placeholder 2"/>
          <p:cNvSpPr>
            <a:spLocks noGrp="1"/>
          </p:cNvSpPr>
          <p:nvPr>
            <p:ph idx="1"/>
          </p:nvPr>
        </p:nvSpPr>
        <p:spPr/>
        <p:txBody>
          <a:bodyPr/>
          <a:lstStyle/>
          <a:p>
            <a:pPr algn="l"/>
            <a:r>
              <a:rPr sz="1400">
                <a:solidFill>
                  <a:srgbClr val="333333"/>
                </a:solidFill>
              </a:rPr>
              <a:t>Analysis of ATT Rewards &amp; Loyalty calls failed, resulting in 0 calls analyzed and no insights.</a:t>
            </a:r>
          </a:p>
          <a:p>
            <a:pPr algn="l"/>
            <a:r>
              <a:rPr sz="1400">
                <a:solidFill>
                  <a:srgbClr val="333333"/>
                </a:solidFill>
              </a:rPr>
              <a:t>The Intended Analysis</a:t>
            </a:r>
          </a:p>
          <a:p>
            <a:pPr algn="l"/>
            <a:r>
              <a:rPr sz="1400">
                <a:solidFill>
                  <a:srgbClr val="333333"/>
                </a:solidFill>
              </a:rPr>
              <a:t>This report was intended to analyze customer friction drivers for calls related to Rewards &amp; Loyalty for the ATT product line. However, the underlying data pipeline failed to retrieve any call data, resulting in an analysis of 0 total calls. No themes, drivers, or customer pain points could be identified.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Immediate Next Steps Are Critical to Unblock ATT Rewards &amp; Loyalty Analysis</a:t>
            </a:r>
          </a:p>
        </p:txBody>
      </p:sp>
      <p:sp>
        <p:nvSpPr>
          <p:cNvPr id="3" name="Content Placeholder 2"/>
          <p:cNvSpPr>
            <a:spLocks noGrp="1"/>
          </p:cNvSpPr>
          <p:nvPr>
            <p:ph idx="1"/>
          </p:nvPr>
        </p:nvSpPr>
        <p:spPr/>
        <p:txBody>
          <a:bodyPr/>
          <a:lstStyle/>
          <a:p>
            <a:pPr algn="l"/>
            <a:r>
              <a:rPr sz="1400">
                <a:solidFill>
                  <a:srgbClr val="333333"/>
                </a:solidFill>
              </a:rPr>
              <a:t>Immediate Next Steps</a:t>
            </a:r>
          </a:p>
          <a:p>
            <a:pPr algn="l"/>
            <a:r>
              <a:rPr sz="1400">
                <a:solidFill>
                  <a:srgbClr val="333333"/>
                </a:solidFill>
              </a:rPr>
              <a:t>Further analysis is blocked until the root cause of the data retrieval failure is resolved. The following actions are required to unblock this and future analyses for this critical customer segment.</a:t>
            </a:r>
          </a:p>
          <a:p>
            <a:pPr algn="l"/>
            <a:r>
              <a:rPr sz="1400">
                <a:solidFill>
                  <a:srgbClr val="333333"/>
                </a:solidFill>
              </a:rPr>
              <a:t>Action | Owning Team | Why It Matters | Priority</a:t>
            </a:r>
          </a:p>
          <a:p>
            <a:pPr algn="l"/>
            <a:r>
              <a:rPr sz="1400">
                <a:solidFill>
                  <a:srgbClr val="333333"/>
                </a:solidFill>
              </a:rPr>
              <a:t>Investigate and Resolve the data retrieval pipeline issue for the ATT product feed. | Data Engineering / IT | Unblocks all friction analysis for a key product line, closing a critical visibility gap. | Critical</a:t>
            </a:r>
          </a:p>
          <a:p>
            <a:pPr algn="l"/>
            <a:r>
              <a:rPr sz="1400">
                <a:solidFill>
                  <a:srgbClr val="333333"/>
                </a:solidFill>
              </a:rPr>
              <a:t>Re-run Analysis for this segment once data availability is confirmed. | Analytics Team | Provides the originally requested insights into customer pain points and call drivers. | High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3B70"/>
                </a:solidFill>
              </a:rPr>
              <a:t>Prioritization &amp; Deep Dives</a:t>
            </a:r>
          </a:p>
        </p:txBody>
      </p:sp>
      <p:sp>
        <p:nvSpPr>
          <p:cNvPr id="3" name="Content Placeholder 2"/>
          <p:cNvSpPr>
            <a:spLocks noGrp="1"/>
          </p:cNvSpPr>
          <p:nvPr>
            <p:ph idx="1"/>
          </p:nvPr>
        </p:nvSpPr>
        <p:spPr/>
        <p:txBody>
          <a:bodyPr/>
          <a:lstStyle/>
          <a:p>
            <a:pPr algn="l"/>
            <a:r>
              <a:rPr sz="1400">
                <a:solidFill>
                  <a:srgbClr val="333333"/>
                </a:solidFill>
              </a:rPr>
              <a:t>Prioritization &amp; Deep Dives</a:t>
            </a:r>
          </a:p>
          <a:p>
            <a:pPr algn="l"/>
            <a:r>
              <a:rPr sz="1400">
                <a:solidFill>
                  <a:srgbClr val="333333"/>
                </a:solidFill>
              </a:rPr>
              <a:t>No prioritization matrix or thematic deep dives can be provided at this time. These sections will be generated once the data retrieval issues are resolved and a successful analysis of call data can be completed.</a:t>
            </a:r>
          </a:p>
        </p:txBody>
      </p:sp>
    </p:spTree>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Century Gothic</vt:lpstr>
      <vt:lpstr>Raleway</vt:lpstr>
      <vt:lpstr>Raleway Medium</vt:lpstr>
      <vt:lpstr>Sleek Blue</vt:lpstr>
      <vt:lpstr>Financial growth &amp;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Sumit Khandelwal</cp:lastModifiedBy>
  <cp:revision>3</cp:revision>
  <dcterms:created xsi:type="dcterms:W3CDTF">2026-02-25T21:27:33Z</dcterms:created>
  <dcterms:modified xsi:type="dcterms:W3CDTF">2026-02-25T21:44:19Z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