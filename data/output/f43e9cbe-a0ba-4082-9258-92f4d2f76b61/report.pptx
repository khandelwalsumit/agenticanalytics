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6"/>
  </p:notesMasterIdLst>
  <p:handoutMasterIdLst>
    <p:handoutMasterId r:id="rId7"/>
  </p:handoutMasterIdLst>
  <p:sldIdLst>
    <p:sldId id="1519" r:id="rId5"/>
    <p:sldId id="1520" r:id="rId13"/>
    <p:sldId id="1521" r:id="rId14"/>
    <p:sldId id="1522" r:id="rId15"/>
    <p:sldId id="1523" r:id="rId16"/>
    <p:sldId id="1524" r:id="rId17"/>
    <p:sldId id="1525" r:id="rId18"/>
    <p:sldId id="1526" r:id="rId19"/>
  </p:sldIdLst>
  <p:sldSz cx="12188952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8"/>
    <p:restoredTop sz="94715"/>
  </p:normalViewPr>
  <p:slideViewPr>
    <p:cSldViewPr snapToGrid="0">
      <p:cViewPr varScale="1">
        <p:scale>
          <a:sx n="129" d="100"/>
          <a:sy n="129" d="100"/>
        </p:scale>
        <p:origin x="58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en-US" dirty="0"/>
              <a:t>Financial growth &amp; strategy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Presented by Frey Munch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Friction Analysis: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003B70"/>
                </a:solidFill>
                <a:latin typeface="Calibri"/>
              </a:rPr>
              <a:t>Friction analysis complete.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16 customer calls analyzed | 2 friction themes identified | 50% preventable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Quick Wins (5 identified)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Simplify redemption flow to allow setting a default redemption method and make the setting more accessible (e.g., 1-2 taps from rewards dashboard).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Display MCC for each transaction, provide an in-app explainer for category bonus exclusions, and offer a mechanism to dispute incorrect MCC.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Implement a real-time welcome bonus tracker, display qualifying spend progress, and present bonus terms and exclusions in a mobile-friendly, easily digestible format.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Show qualifying merchants for bonus categories, provide a real-time earn rate preview, and integrate bonus category spend progress directly into the transaction detail screen.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Critical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#1: Customers struggle to find and set their cashback redemption preferences due to deep navigation (4 levels deep) and the absence of a default redemption option.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Impact: </a:t>
            </a:r>
            <a:r>
              <a:rPr sz="1300" b="0">
                <a:solidFill>
                  <a:srgbClr val="333333"/>
                </a:solidFill>
                <a:latin typeface="Calibri"/>
              </a:rPr>
              <a:t>Score 8.0/10 — See impact score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Driver: </a:t>
            </a:r>
            <a:r>
              <a:rPr sz="1300" b="0">
                <a:solidFill>
                  <a:srgbClr val="333333"/>
                </a:solidFill>
                <a:latin typeface="Calibri"/>
              </a:rPr>
              <a:t>Digital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Fix: </a:t>
            </a:r>
            <a:r>
              <a:rPr sz="1300" b="0">
                <a:solidFill>
                  <a:srgbClr val="333333"/>
                </a:solidFill>
                <a:latin typeface="Calibri"/>
              </a:rPr>
              <a:t>Redesign the cashback redemption preference flow to be more accessible (max 2 taps) and introduce a 'set as default' option for future redemptions.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#2: The welcome bonus tracker is not real-time, updating only once per statement cycle, and bonus terms are presented in a mobile-unfriendly format.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Impact: </a:t>
            </a:r>
            <a:r>
              <a:rPr sz="1300" b="0">
                <a:solidFill>
                  <a:srgbClr val="333333"/>
                </a:solidFill>
                <a:latin typeface="Calibri"/>
              </a:rPr>
              <a:t>Score 8.0/10 — 1.0% volume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Driver: </a:t>
            </a:r>
            <a:r>
              <a:rPr sz="1300" b="0">
                <a:solidFill>
                  <a:srgbClr val="333333"/>
                </a:solidFill>
                <a:latin typeface="Calibri"/>
              </a:rPr>
              <a:t>Digital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Fix: </a:t>
            </a:r>
            <a:r>
              <a:rPr sz="1300" b="0">
                <a:solidFill>
                  <a:srgbClr val="333333"/>
                </a:solidFill>
                <a:latin typeface="Calibri"/>
              </a:rPr>
              <a:t>Develop a real-time welcome bonus tracker and reformat bonus terms and exclusions for optimal mobile readability.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#3: Points transfer status lacks estimated completion times and clear warnings about irreversibility, leading to customer anxiety and calls.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Impact: </a:t>
            </a:r>
            <a:r>
              <a:rPr sz="1300" b="0">
                <a:solidFill>
                  <a:srgbClr val="333333"/>
                </a:solidFill>
                <a:latin typeface="Calibri"/>
              </a:rPr>
              <a:t>Score 7.0/10 — 1.0% volume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Driver: </a:t>
            </a:r>
            <a:r>
              <a:rPr sz="1300" b="0">
                <a:solidFill>
                  <a:srgbClr val="333333"/>
                </a:solidFill>
                <a:latin typeface="Calibri"/>
              </a:rPr>
              <a:t>Digital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Fix: </a:t>
            </a:r>
            <a:r>
              <a:rPr sz="1300" b="0">
                <a:solidFill>
                  <a:srgbClr val="333333"/>
                </a:solidFill>
                <a:latin typeface="Calibri"/>
              </a:rPr>
              <a:t>Enhance the points transfer confirmation screen to include estimated completion times and a prominent, clear warning about the irreversible nature of transfers.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Impact vs. Ease Prioritization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828800"/>
          <a:ext cx="64008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960120"/>
                <a:gridCol w="960120"/>
                <a:gridCol w="960120"/>
                <a:gridCol w="960120"/>
                <a:gridCol w="960120"/>
              </a:tblGrid>
              <a:tr h="32003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Calls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Ease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9 calls (0.6%)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Quick Win</a:t>
                      </a:r>
                    </a:p>
                  </a:txBody>
                  <a:tcPr/>
                </a:tc>
              </a:tr>
              <a:tr h="32004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 calls (0.4%)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Quick Win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impact_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4389120" cy="28995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The Biggest Bet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006BA6"/>
                </a:solidFill>
                <a:latin typeface="Calibri"/>
              </a:rPr>
              <a:t>N/A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Impact 8.0/10 · Ease 7.0/10 · 9 calls (0.6%)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Quadrant: </a:t>
            </a:r>
            <a:r>
              <a:rPr sz="1300" b="0">
                <a:solidFill>
                  <a:srgbClr val="333333"/>
                </a:solidFill>
                <a:latin typeface="Calibri"/>
              </a:rPr>
              <a:t>Quick Win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Primary Driver: </a:t>
            </a:r>
            <a:r>
              <a:rPr sz="1300" b="0">
                <a:solidFill>
                  <a:srgbClr val="333333"/>
                </a:solidFill>
                <a:latin typeface="Calibri"/>
              </a:rPr>
              <a:t>Digital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Contributing Factors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digital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Quick Wins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Simplify redemption flow to allow setting a default redemption method and make the setting more accessible (e.g., 1-2 taps from rewards dashboard).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Display MCC for each transaction, provide an in-app explainer for category bonus exclusions, and offer a mechanism to dispute incorrect MCC.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Implement a real-time welcome bonus tracker, display qualifying spend progress, and present bonus terms and exclusions in a mobile-friendly, easily 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Recommended Actions by Owning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Digital / UX Team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Simplify redemption flow to allow setting a default redemption method and make the setting more accessible (e.g., 1-2 taps from rewards dashboard).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Redesign the cashback redemption preference flow to be more accessible (max 2 taps) and introduce a 'set as default' option for future redemptions.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Theme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645920"/>
          <a:ext cx="56692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2519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9 calls (0.6%)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Impact Score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8.0/10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Ease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7.0/10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Priority Score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Quick Win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Primary Driver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Preventability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Factor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Solution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Simplify redemption flow to allow setting a default redemption method and make t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Solution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Display MCC for each transaction, provide an in-app explainer for category bonus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Solution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Implement a real-time welcome bonus tracker, display qualifying spend progress,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645920"/>
          <a:ext cx="56692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062990"/>
                <a:gridCol w="1062990"/>
                <a:gridCol w="1062990"/>
                <a:gridCol w="106299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Cashback redemption preference setting is hidden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Merchant category code (MCC) for bonus determinati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Secondary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Tier status page is not mobile-optimized, lacks 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Welcome bonus tracker lacks real-time progress 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Secondary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Category bonus tracking doesn't show qualifying 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  <a:latin typeface="Calibri"/>
              </a:rPr>
              <a:t>Theme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645920"/>
          <a:ext cx="56692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2519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 calls (0.4%)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Impact Score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7.2/10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Ease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7.5/10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Priority Score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Quick Win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Primary Driver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Preventability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Factor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Solution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Simplify cashback redemption preference setting to 1-2 taps and add an option to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Solution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Add an anniversary bonus tracker with estimated posting timeline and display the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Solution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Display MCC for each transaction, provide an in-app mechanism to report incorrec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645920"/>
          <a:ext cx="56692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062990"/>
                <a:gridCol w="1062990"/>
                <a:gridCol w="1062990"/>
                <a:gridCol w="106299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Cashback redemption preference setting is hidden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Points transfer status shows 'Processing' with 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Secondary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Anniversary bonus posting timeline is not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Merchant category code (MCC) used for bonus determ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Secondary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Welcome bonus tracker doesn't show qualifying spen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Raleway</vt:lpstr>
      <vt:lpstr>Raleway Medium</vt:lpstr>
      <vt:lpstr>Sleek Blue</vt:lpstr>
      <vt:lpstr>Financial growth &amp; strategy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Sumit Khandelwal</cp:lastModifiedBy>
  <cp:revision>3</cp:revision>
  <dcterms:created xsi:type="dcterms:W3CDTF">2026-02-25T21:27:33Z</dcterms:created>
  <dcterms:modified xsi:type="dcterms:W3CDTF">2026-02-25T21:44:19Z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