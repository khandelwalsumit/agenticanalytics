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  <p:sldId id="1525" r:id="rId18"/>
    <p:sldId id="1526" r:id="rId19"/>
    <p:sldId id="1527" r:id="rId20"/>
    <p:sldId id="1528" r:id="rId21"/>
    <p:sldId id="1529" r:id="rId22"/>
    <p:sldId id="1530" r:id="rId23"/>
    <p:sldId id="1531" r:id="rId24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 Reveal a Single Point of Failure in Rewards Self-Service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16 Calls Reveal a Single Point of Failure in Rewards Self-Service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Nearly half of all analyzed customer calls about rewards are driven by a single, fixable self-service gap: customers cannot easily control how their cashback is redeemed, forcing them into the call center for a simple preference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Analysis of 16 Calls Reveals 95% Preventability in Rewards &amp;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This analysis of 16 ATT customer calls reveals a high degree of preventability (95%) concentrated in a single dominant theme: Rewards &amp; Loyalty.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Situation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This analysis covers 16 calls from ATT customers specifically regarding the "Rewards &amp; Loyalty" program. The findings expose a high degree of call preventability (95%) concentrated in one dominant theme.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1: Cashback Preferences Are Hidden, Driving 44% of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1: Cashback Preferences Are Hidden, Driving 44% of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expecting a statement credit are surprised to find their cashback awarded as points and cannot find a self-service option to change this default.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 recurring pattern of customers explicitly stating they looked for, but could not find, a preference setting in the app or website.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7 calls | 43.75%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Build a clear, prominent toggle in the rewards dashboard to allow users to select their default cashback redemption method (points vs. statement credit).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2: Bonus Point Rules Are Opaque, Driving 25% of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2: Bonus Point Rules Are Opaque, Driving 25% of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not receiving expected 5x bonus points because transactions at merchants like gas stations are being miscategorized as 'convenience stores'.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cite specific transactions where the merchant type did not match their expectation, leading to a lower rewards earn rate.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4 calls | 25.0%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Expose the Merchant Category Code (MCC) for each transaction in the app and improve back-end mapping to better reflect the true nature of the merchant.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3: Welcome Bonuses Are Inconsistent, Driving 13% of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3: Welcome Bonuses Are Inconsistent, Driving 13% of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New cardholders are meeting the spend requirements for their welcome bonus but are receiving partial or incorrect point amounts.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forced to call and manually verify their spend and bonus eligibility, indicating a lack of proactive tracking and fulfillment.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2 calls | 12.5%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an in-app welcome offer tracker showing progress towards the spend goal and the exact bonus to be awarded.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Start Monday: 3 Quick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Start Monday: 3 Quick Wins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Action | Theme | Resolves | Why It's Fast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Build a cashback preference toggle in the app/web dashboard. | Rewards &amp; Loyalty | ~7 calls (43.75%) | This is a front-end change leveraging existing account settings infrastructure.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an in-app welcome bonus progress tracker. | Rewards &amp; Loyalty | ~2 calls (12.5%) | Utilizes existing transaction data and can be built as a simple UI module.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Send proactive notifications before tier status downgrades. | Rewards &amp; Loyalty | ~1 call (6.25%) | Leverages existing notification systems and tier status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Where to Act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Where to Act First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Not all problems are equal. Not all fixes are equal. This matrix surfaces where limited effort yields the greatest call deflection.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is the Highest Priority Theme with 16 Calls (100% of Volume)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Impact vs. Ease: Prioritization Matrix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Theme | Volume (calls) | Top 3 Problems | Recommended Solutions | Ease (1–10) | Impact (1–10) | Priority Score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Rewards &amp; Loyalty | 16 | Cashback preference hidden (7 calls), MCC confusion (4 calls), Welcome bonus errors (2 calls) | Build preference toggle, Expose MCC data, Add offer tracker | 6.8 | 7.9 | 7.46</a:t>
            </a:r>
          </a:p>
        </p:txBody>
      </p:sp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6244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Loyalty: Fixing Top 2 Drivers Deflects 11 Calls (68.75%)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The Biggest Bet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Rewards &amp; Loyalty — fixing the top 2 drivers alone deflects 11 calls (68.75% of total volume) and is achievable within one quarter.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 by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Recommended Actions by Owning Team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Organized by owning team for clear accountability. Each action is sequenced by priority score — highest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/ UX: Focus on Cashback Preferences and MCC Visibility to Resolve 11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Digital / UX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Action | Theme | Resolves | Priority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Provide a clear, discoverable option to manage cashback redemption preferences. | Rewards &amp; Loyalty | ~7 calls (43.75%) | 7.46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Implement a feature to show the Merchant Category Code (MCC) for each transaction. | Rewards &amp; Loyalty | ~4 calls (25.0%) | 7.46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Operations: Implement Self-Service Backend and Improve MCC Mapping to Resolve 11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