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  <p:sldId id="1528" r:id="rId21"/>
    <p:sldId id="1529" r:id="rId22"/>
    <p:sldId id="1530" r:id="rId23"/>
    <p:sldId id="1531" r:id="rId24"/>
    <p:sldId id="1532" r:id="rId25"/>
    <p:sldId id="1533" r:id="rId26"/>
    <p:sldId id="1534" r:id="rId27"/>
    <p:sldId id="1535" r:id="rId28"/>
    <p:sldId id="1536" r:id="rId29"/>
    <p:sldId id="1537" r:id="rId30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Calls. 3 Digital Root Causes. 1 Quarter to Fix Rewards Friction.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16 customer calls expose a critical self-service failure in Rewards &amp; Loyalty, concentrated in 3 fixable digital areas costing your team avoidable contacts every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Analysis of 16 Calls Reveals 100% Preventable Rewards &amp; Loyalty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100% of Rewards &amp; Loyalty calls are preventable, driven by digital friction, and present a significant opportunity for immediate improvement.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report analyzes 16 customer calls specifically filtered for "Rewards &amp; Loyalty" call reasons related to "ATT" products. The analysis reveals that 100% of these calls are preventable, driven by digital friction, and present a significant opportunity for immediate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1: Partner Transfer Delays Generate 1 in 4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Partner Transfer Delays Generate 1 in 4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calling due to significant delays in partner points transfers and a complete lack of visibility into the transfer status. This creates uncertainty and drives avoidable live agent contact.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calls explicitly cited frustrations with unknown transfer timelines and no self-service tracking.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calls | 25.0%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 real-time partner transfer status tracker in the app/web, providing estimated completion times and proactive push notifications for status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2: Missing Promotional Points Drives 18.75% of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Missing Promotional Points Drives 18.75% of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promotional points as expected and lack a digital way to track offer progress or understand eligibility criteria, leading to confusion and calls.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were directly related to promotional points not being credited, with customers seeking clarification and resolution.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Develop an in-app/web offer tracker with a progress bar, clearly outlining qualifying criteria, terms and conditions, and estimated bonus posting dates, with proactive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Pain Point 3: Uncredited Points Fuel 18.75% of Customer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3: Uncredited Points Fuel 18.75% of Customer Contacts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calling because points are not being credited to their accounts, and they have no visibility into pending points or reasons for non-crediting.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were logged for points not appearing in customer accounts, indicating a lack of transparency in the crediting process.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Introduce a 'pending points' section in the rewards dashboard, showing points from recent transactions, estimated posting dates, and clear explanations for any uncredited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Start Monday: 3 Quick Wins to Deflect 10 Calls (62.5%)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Start Monday: 3 Quick Wins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Action | Theme | Resolves | Why It's Fast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Prominently display minimum redemption thresholds and conversion rates on the rewards redemption screen, with context... | Rewards &amp; Loyalty | ~3 calls (18.75%) | Simple UI update leveraging existing data.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Introduce a 'pending points' section in the rewards dashboard, showing points from recent transactions, estimated pos... | Rewards &amp; Loyalty | ~3 calls (18.75%) | Leverages existing transaction data with a new display layer.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real-time partner transfer status tracker in the app/web, providing estimated completion times and proact... | Rewards &amp; Loyalty | ~4 calls (25.0%) | Provides immediate transparency using existing partner APIs.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Where to Act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Where to Act First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Not all problems are equal. Not all fixes are equal. This matrix surfaces where limited effort yields the greatest call deflection, bridging from 'what's broken' to 'where to focus'.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is the Highest Priority Theme with a Score of 7.64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Impact vs. Ease: Prioritization Matrix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Theme | Volume (calls) | Top 3 Problems | Recommended Solutions | Ease (1–10) | Impact (1–10) | Priority Score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 | 16 | Partner Transfer Delay (4 calls), Promotional Points Missing (3 calls), Points Not Credited (3 calls) | Implement real-time partner transfer tracker, Develop in-app/web offer tracker, Introduce 'pending points' section | 6.95 | 8.1 | 7.64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624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Focusing on Rewards &amp; Loyalty's Top 3 Drivers Will Deflect 10 Calls (62.5%)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The Biggest Bet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 — fixing the top 3 drivers alone deflects 10 calls (62.5% of total volume) and is achievable within one quarter.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Owning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Recommended Actions by Owning Team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Organized by owning team for clear accountability. Each action is sequenced by priority score — highest first, connecting prioritization to concrete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/ UX Team Has 6 High-Impact Actions to Address Rewards &amp; Loyalty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Digital / UX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Action | Theme | Resolves | Priority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Prominently display minimum redemption thresholds, points-to-dollar conversion rates, and all available redemption op... | Rewards &amp; Loyalty | ~3 calls (18.75%) | 8.0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Introduce a 'pending points' section in the rewards dashboard, showing points from recent transactions, estimated pos... | Rewards &amp; Loyalty | ~3 calls (18.75%) | 7.8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real-time partner transfer status tracker in the mobile app and web, providing estimated completion times... | Rewards &amp; Loyalty | ~4 calls (25.0%) | 7.4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Develop an in-app/web offer tracker with a progress bar, clearly outlining qualifying criteria, terms and conditions,... | Rewards &amp; Loyalty | ~3 calls (18.75%) | 7.2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Display per-transaction earn rates, category bonus caps with progress bars, and an explainer for merchant category co... | Rewards &amp; Loyalty | ~2 calls (12.5%) | 7.0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tier progress dashboard with proactive 60-day advance warnings for potential downgrades via push/email, c... | Rewards &amp; Loyalty | ~1 calls (6.25%) | 6.6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No High-Priority Operations Actions Identified in This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Operations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high-priority actions identified in this cycle.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No High-Priority Communications Actions Identified in This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Communications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high-priority actions identified in this cycle.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No High-Priority Policy / Governance Actions Identified in This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Policy / Governance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high-priority actions identified in this cycle.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—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Rewards &amp; Loyalty — Deep Dive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Priority: 7.64/10 | Ease: 6.95/10 | Impact: 8.1/10</a:t>
            </a:r>
            <a:br/>
            <a:r>
              <a:rPr sz="1400">
                <a:solidFill>
                  <a:srgbClr val="333333"/>
                </a:solidFill>
              </a:rPr>
              <a:t>Volume: 16 calls | 100.0% of overall analyzed volume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Calls Stem from Lack of Transparency and Self-Service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Customers are consistently reaching out to support due to a lack of transparency and self-service options regarding their rewards and loyalty points.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Loyalty: The Story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This digital friction, exacerbated by unclear communication, forces customers to call for basic information about partner transfers, promotional credits, and points crediting, leading to frustration and avoidable operational costs.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Drives 100% of Rewards &amp; Loyalty Calls (16 Calls)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Root Cause Breakdown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Driver | Call Count | % of Theme | Type | Owning Dimension | Recommended Solution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Partner Transfer Delay | 4 | 25.0% | Primary | digital | Implement a real-time partner transfer status tracker in the app/web, providing estimated completion times and proact...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Promotional Points Missing | 3 | 18.75% | Secondary | digital | Develop an in-app/web offer tracker with a progress bar, clearly outlining qualifying criteria, terms and conditions,...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Points Not Credited | 3 | 18.75% | Secondary | digital | Introduce a 'pending points' section in the rewards dashboard, showing points from recent transactions, estimated pos...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Redemption Minimum Too High | 3 | 18.75% | Secondary | digital | Prominently display minimum redemption thresholds, points-to-dollar conversion rates, and available redemption option...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Category Bonus Not Applied | 2 | 12.5% | Secondary | digital | Display per-transaction earn rates, category bonus caps with progress bars, and an explainer for merchant category co...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Tier Downgrade Surprise | 1 | 6.25% | Secondary | digital | Implement a tier progress dashboard with proactive 60-day advance warnings for potential downgrades via push/email, c...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Inaction on Rewards &amp; Loyalty Digital Gaps Will Increase Avoidable Contacts and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If Nothing Changes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Without addressing the fundamental digital visibility gaps in Rewards &amp; Loyalty, the 16 customers calling monthly will continue to drive avoidable contacts, and this volume will scale directly with program growth and promotional activity, eroding customer trust and increasing operational costs.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