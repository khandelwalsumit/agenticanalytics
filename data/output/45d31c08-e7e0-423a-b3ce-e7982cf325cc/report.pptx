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 Reveal a Digital Experience Forcing Unnecessary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Customer Calls Reveal a Digital Experience Forcing Unnecessary Contacts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 focused analysis of 16 calls from ATT customers about the Rewards &amp; Loyalty program pinpoints a single, dominant theme: digital self-service failures are driving 87% of these contacts, with the top issue accounting for nearly half of all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Rewards &amp; Loyalty Calls Highlight 6 Preventable Digital Friction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inbound calls for Rewards &amp; Loyalty reveal 6 distinct, preventable digital friction points.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report synthesizes findings from 16 inbound calls from ATT customers filtered specifically for the "Rewards &amp; Loyalty" call reason. The analysis isolated 6 distinct digital friction points that are preventable.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Redemption Preferences Are Hidden, Driving 7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Redemption Preferences Are Hidden, Driving 7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defaulted into receiving points when they want statement credits for their cashback rewards, but they cannot find a way to change this preference in the app or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