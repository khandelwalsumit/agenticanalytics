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Digital Friction Analysis: ATT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Customer Call Reduction Opportunities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This analysis focuses on 500 ATT customer calls, specifically those related to 'Rewards &amp; Loyalty'. The investigation identified 1 core theme, 'Rewards &amp; Loyalty', which account...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Rewards Redemption Preference Confusion: 7 calls (1.4%). Implement a prominent and easily discoverable section in the app for managing rewards redemption preference...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Category Bonus Discrepancies: 4 calls (0.8%). Provide an in-app explainer or FAQ section detailing how merchant category codes affect bonus categories. D...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Unexplained Partial Welcome Bonuses: 2 calls (0.4%). Implement an in-app offer tracker with a progress bar and clear criteria for bonus fulfillment. If a partia...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Solution: Add clear redemption preference settings in the rewards dashboard, allowing customers to easily switch between cashback and points. | Theme: Rewards &amp; Loyalty | Impact...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Solution: Implement an in-app offer tracker with a progress bar and clear checklist of qualifying criteria for welcome bonuses. | Theme: Rewards &amp; Loyalty | Impact Calls: 2 | Im...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Solution: Implement proactive 60-day advance notifications (push, email, in-app) for upcoming tier downgrades, clearly outlining lost benefits. | Theme: Rewards &amp; Loyalty | Impa...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Impact vs Ease Prioritization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Rewards &amp; Loyalty: 16 calls | Impact 8.5 | Ease 7.0 | Priority 7.9</a:t>
            </a:r>
          </a:p>
        </p:txBody>
      </p:sp>
      <p:pic>
        <p:nvPicPr>
          <p:cNvPr id="4" name="Picture 3" descr="impact_eas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36244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Recommended Actions by Dimension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Digital: Add clear redemption preference settings in the rewards dashboard, allowing customers to easily switch betw... (Rewards &amp; Loyalty, ~7 calls)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Digital: Display merchant category code (MCC) and applied earn rate for each transaction in the transaction history,... (Rewards &amp; Loyalty, ~3 calls)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Communication: Provide clear in-app guidance on redemption preferences during onboarding and ensure an easily accessible o... (Rewards &amp; Loyalty, ~7 calls)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Communication: Implement an in-app explainer for merchant category codes and their impact on bonus earnings. Display the a... (Rewards &amp; Loyalty, ~4 calls)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Rewards &amp; Loyalty — Detailed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Rewards &amp; Loyalty: 16 calls | Impact 8.5 | Ease 7.0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Customer's cashback was posted as points instead of statement credit. They can't find where to ch... (primary) - 7 calls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Cashback posted as points instead of statement credit; inability to change redemption preference. (primary) - 7 calls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Customer used their card at a gas station but didn't get the 5x gas category bonus. The merchant... (secondary) - 3 calls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Category bonus not applied due to merchant coding discrepancies (e.g., gas station coded as conve... (secondary) - 4 calls</a:t>
            </a:r>
          </a:p>
        </p:txBody>
      </p:sp>
      <p:pic>
        <p:nvPicPr>
          <p:cNvPr id="4" name="Picture 3" descr="fric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2147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