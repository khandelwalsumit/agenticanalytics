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Digital Friction Analysis: ATT Rewards &amp; Loyalty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666666"/>
                </a:solidFill>
              </a:rPr>
              <a:t>Customer Call Reduction Opportunities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This analysis focuses on 16 ATT customer calls related to Rewards &amp; Loyalty issues, identifying critical friction points and opportunities for reduction. The data reveals a sing...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Hidden Cashback Redemption Preferences: 7 calls (43.8%). Redesign the rewards section to bring redemption preference settings to a top-level menu, allowing customer...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Unclear Bonus Eligibility &amp; MCC Visibility: 3 calls (18.8%). Display the MCC and assigned category for each transaction, and provide clear explanations and examples for...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Non-Real-time Welcome Bonus Tracking: 2 calls (12.5%). Implement a real-time welcome bonus spend tracker on the rewards dashboard with a progress bar and clear di...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Solution: Redesign the rewards section to bring redemption preference settings to a top-level menu, allowing customers to set a default redemption method (e.g., auto statement c...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Solution: Display the MCC and assigned category for each transaction, and provide clear explanations and examples for category bonus exclusions. | Theme: Rewards &amp; Loyalty | Imp...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Solution: Implement a real-time welcome bonus spend tracker on the rewards dashboard with a progress bar and clear display of remaining days and qualifying purchase exclusions....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Impact vs Ease Prioritization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Rewards &amp; Loyalty: 16 calls | Impact 8.0 | Ease 7.0 | Priority 7.6</a:t>
            </a:r>
          </a:p>
        </p:txBody>
      </p:sp>
      <p:pic>
        <p:nvPicPr>
          <p:cNvPr id="4" name="Picture 3" descr="impact_eas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Recommended Actions by Dimension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Digital: Move redemption preference to top-level rewards settings (1 tap from dashboard) and add 'Set as default' op... (Rewards &amp; Loyalty, ~7 calls)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Digital: Show MCC code and category assigned to each transaction, allow flagging incorrect categorization, and clear... (Rewards &amp; Loyalty, ~3 calls)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Communication: Move redemption preference to top-level rewards settings (1 tap from dashboard). Add 'Set as default' optio... (Rewards &amp; Loyalty, ~7 calls)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Communication: Show the MCC code and category assigned to each transaction. Allow customers to flag incorrect merchant cat... (Rewards &amp; Loyalty, ~3 calls)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Rewards &amp; Loyalty — Detailed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Rewards &amp; Loyalty: 16 calls | Impact 8.0 | Ease 7.0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Cashback redemption preference setting is hidden and no default option exists (primary) - 7 calls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Cashback redemption preference setting is hidden and no default redemption option. (primary) - 7 calls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Merchant category code (MCC) for bonus determination is not visible, leading to confusion on bonu... (secondary) - 3 calls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Merchant category code (MCC) for bonus determination is not visible, and category bonus exclusion... (secondary) - 3 calls</a:t>
            </a:r>
          </a:p>
        </p:txBody>
      </p:sp>
      <p:pic>
        <p:nvPicPr>
          <p:cNvPr id="4" name="Picture 3" descr="frictio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2194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