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Calls Reveal One Critical Failure in Rewards Self-Service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A small sample of 16 customer calls exposes a systemic failure in rewards self-service, with 44% of all issues stemming from a single, entirely fixable preference setting that is currently missing from the digital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Targeted Analysis of 16 Calls Reveals Rewards &amp; Loyalty Friction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Rewards &amp; Loyalty issues are driving significant customer friction, with 16 calls analyzed to pinpoint root causes and prioritize fixes.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Situation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This report analyzes a targeted set of 16 customer support calls for the ATT product, filtered specifically for the "Rewards &amp; Loyalty" call reason. The analysis identifies the root causes of customer friction and quantifies their impact to prioritize fixes.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1: Redemption Preferences Are Hidden, Driving 44% of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1: Redemption Preferences Are Hidden, Driving 44% of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earning cashback rewards expect a statement credit but are defaulted into receiving points. The digital interface provides no clear, self-service path to change this preference.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7 of the 16 customers called support for the sole purpose of changing their redemption method after failing to find a way to do it themselves online or in the app.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7 calls | 43.8%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Build a clear, self-service toggle in the rewards dashboard to allow customers to set and modify their preferred redemption method (statement credit vs. points).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2: Merchant Miscoding Voids Bonuses, Confusing 19% of Callers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2: Merchant Miscoding Voids Bonuses, Confusing 19% of Callers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not receiving category-specific bonuses (e.g., 5x on gas) because the merchant's payment terminal is coded incorrectly (e.g., 'convenience store').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customers called because they made qualifying purchases at gas stations but did not receive the promised bonus points, leading to confusion and a loss of trust in the program.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calls | 18.8% of total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