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  <p:sldId id="1525" r:id="rId18"/>
    <p:sldId id="1526" r:id="rId19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 Reveal 100% of Rewards Friction is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16 customer calls reveal that all rewards-related friction is caused by preventable digital visibility gaps, driving unnecessary service costs for problems that should be solved in-app.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 for ATT Rewards &amp; Loyalty Are 90% Preventable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The Situation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This analysis covers 16 customer support calls for the ATT product, specifically filtered for the "Rewards &amp; Loyalty" call reason. The findings show that 90% of these calls were entirely preventable through targeted digital enhancements.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1: Partner Transfers Are a Black Box (4 Calls)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1: Partner Transfers Are a Black Box (4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What's happening: Customers are calling because points transferred from partners are not appearing in their accounts, and they have no way to track the status of these transfers.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evidence: 4 separate customers called specifically to ask "Where are my transferred points?", indicating a total lack of in-app visibility for in-progress partner transactions.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Call volume: 4 calls | 25%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fix: Build a 'pending transfers' or 'transfer history' section in the rewards dashboard showing status and estimated completion 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2: Promotional Points Are Missing (3 Calls)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2: Promotional Points Are Missing (3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What's happening: Customers are not receiving expected promotional points and have no digital tools to understand why they didn't qualify or to track their progress towards earning them.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evidence: 3 customers called because a promised bonus for specific actions was not credited, forcing an agent to manually investigate eligibility.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Call volume: 3 calls | 18.75%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fix: Implement an in-app promotional offer tracker with a clear checklist of qualifying criteria and a self-service diagnostic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3: Basic Points Crediting Lacks Transparency (3 Calls)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3: Basic Points Crediting Lacks Transparency (3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What's happening: Customers are calling about routine points from transactions not being credited, as there is no way for them to see points that are "in-progress" or "pending."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evidence: 3 customers called about points from recent transactions not appearing, a problem that a simple "pending" status would have solved without an agent.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Call volume: 3 calls | 18.75%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fix: Add a 'pending points' view in the rewards dashboard with estimated posting dates for all recent transactions.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Start Monday: 3 Quick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Start Monday: 3 Quick Wins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Action | Theme | Resolves | Why It's Fast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Display redemption minimums prominently | Rewards &amp; Loyalty | ~3 calls (18.75%) | This is a simple UI text/element change on the main rewards dashboard.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Introduce a 'pending points' feature | Rewards &amp; Loyalty | ~3 calls (18.75%) | Leverages existing transaction data with a new status flag in the UI.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Develop a partner transfer tracker | Rewards &amp; Loyalty | ~4 calls (25%) | Re-uses the 'pending points' UI pattern for a specific transaction 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Where to Act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Where to Act First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Not all problems are equal. Not all fixes are equal. This matrix surfaces where limited effort yields the greatest call deflection.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